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8" r:id="rId1"/>
  </p:sldMasterIdLst>
  <p:notesMasterIdLst>
    <p:notesMasterId r:id="rId20"/>
  </p:notesMasterIdLst>
  <p:handoutMasterIdLst>
    <p:handoutMasterId r:id="rId21"/>
  </p:handoutMasterIdLst>
  <p:sldIdLst>
    <p:sldId id="258" r:id="rId2"/>
    <p:sldId id="268" r:id="rId3"/>
    <p:sldId id="315" r:id="rId4"/>
    <p:sldId id="277" r:id="rId5"/>
    <p:sldId id="291" r:id="rId6"/>
    <p:sldId id="317" r:id="rId7"/>
    <p:sldId id="318" r:id="rId8"/>
    <p:sldId id="319" r:id="rId9"/>
    <p:sldId id="279" r:id="rId10"/>
    <p:sldId id="320" r:id="rId11"/>
    <p:sldId id="307" r:id="rId12"/>
    <p:sldId id="308" r:id="rId13"/>
    <p:sldId id="321" r:id="rId14"/>
    <p:sldId id="310" r:id="rId15"/>
    <p:sldId id="322" r:id="rId16"/>
    <p:sldId id="311" r:id="rId17"/>
    <p:sldId id="290" r:id="rId18"/>
    <p:sldId id="27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567A"/>
    <a:srgbClr val="0D1D51"/>
    <a:srgbClr val="0072C7"/>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72D256-51DF-471F-8FD2-D9F31FEBB7DC}" v="844" dt="2023-04-30T22:31:06.3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87949" autoAdjust="0"/>
  </p:normalViewPr>
  <p:slideViewPr>
    <p:cSldViewPr snapToGrid="0" showGuides="1">
      <p:cViewPr varScale="1">
        <p:scale>
          <a:sx n="70" d="100"/>
          <a:sy n="70" d="100"/>
        </p:scale>
        <p:origin x="788" y="60"/>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00" d="100"/>
          <a:sy n="100" d="100"/>
        </p:scale>
        <p:origin x="1560" y="-146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243D74-B9C1-450A-B0F3-6C6DCB0CF2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2C27C33-9BB1-41D5-A236-12767E7E72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AB3EA8-A58D-4C92-A3AB-D271CCC294C7}" type="datetimeFigureOut">
              <a:rPr lang="en-US" smtClean="0"/>
              <a:t>9/8/2023</a:t>
            </a:fld>
            <a:endParaRPr lang="en-US" dirty="0"/>
          </a:p>
        </p:txBody>
      </p:sp>
      <p:sp>
        <p:nvSpPr>
          <p:cNvPr id="4" name="Footer Placeholder 3">
            <a:extLst>
              <a:ext uri="{FF2B5EF4-FFF2-40B4-BE49-F238E27FC236}">
                <a16:creationId xmlns:a16="http://schemas.microsoft.com/office/drawing/2014/main" id="{44A7EADB-04A4-4093-B238-438E2C7317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DDD8696-706D-440E-AE04-4C644F0613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2A5DE8-F2C4-4DB3-88D1-656DCD59E73E}" type="slidenum">
              <a:rPr lang="en-US" smtClean="0"/>
              <a:t>‹#›</a:t>
            </a:fld>
            <a:endParaRPr lang="en-US" dirty="0"/>
          </a:p>
        </p:txBody>
      </p:sp>
    </p:spTree>
    <p:extLst>
      <p:ext uri="{BB962C8B-B14F-4D97-AF65-F5344CB8AC3E}">
        <p14:creationId xmlns:p14="http://schemas.microsoft.com/office/powerpoint/2010/main" val="17898243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EFB4FA-E877-413E-B608-88789D806C57}" type="datetimeFigureOut">
              <a:rPr lang="en-US" noProof="0" smtClean="0"/>
              <a:t>9/8/2023</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36304E-FDE3-4B4F-A3B7-EBE87F3FA5E2}" type="slidenum">
              <a:rPr lang="en-US" noProof="0" smtClean="0"/>
              <a:t>‹#›</a:t>
            </a:fld>
            <a:endParaRPr lang="en-US" noProof="0" dirty="0"/>
          </a:p>
        </p:txBody>
      </p:sp>
    </p:spTree>
    <p:extLst>
      <p:ext uri="{BB962C8B-B14F-4D97-AF65-F5344CB8AC3E}">
        <p14:creationId xmlns:p14="http://schemas.microsoft.com/office/powerpoint/2010/main" val="4085138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1</a:t>
            </a:fld>
            <a:endParaRPr lang="en-US"/>
          </a:p>
        </p:txBody>
      </p:sp>
    </p:spTree>
    <p:extLst>
      <p:ext uri="{BB962C8B-B14F-4D97-AF65-F5344CB8AC3E}">
        <p14:creationId xmlns:p14="http://schemas.microsoft.com/office/powerpoint/2010/main" val="31797957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2</a:t>
            </a:fld>
            <a:endParaRPr lang="en-US"/>
          </a:p>
        </p:txBody>
      </p:sp>
    </p:spTree>
    <p:extLst>
      <p:ext uri="{BB962C8B-B14F-4D97-AF65-F5344CB8AC3E}">
        <p14:creationId xmlns:p14="http://schemas.microsoft.com/office/powerpoint/2010/main" val="2243169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3</a:t>
            </a:fld>
            <a:endParaRPr lang="en-US"/>
          </a:p>
        </p:txBody>
      </p:sp>
    </p:spTree>
    <p:extLst>
      <p:ext uri="{BB962C8B-B14F-4D97-AF65-F5344CB8AC3E}">
        <p14:creationId xmlns:p14="http://schemas.microsoft.com/office/powerpoint/2010/main" val="38122281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4</a:t>
            </a:fld>
            <a:endParaRPr lang="en-US"/>
          </a:p>
        </p:txBody>
      </p:sp>
    </p:spTree>
    <p:extLst>
      <p:ext uri="{BB962C8B-B14F-4D97-AF65-F5344CB8AC3E}">
        <p14:creationId xmlns:p14="http://schemas.microsoft.com/office/powerpoint/2010/main" val="29630237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5</a:t>
            </a:fld>
            <a:endParaRPr lang="en-US"/>
          </a:p>
        </p:txBody>
      </p:sp>
    </p:spTree>
    <p:extLst>
      <p:ext uri="{BB962C8B-B14F-4D97-AF65-F5344CB8AC3E}">
        <p14:creationId xmlns:p14="http://schemas.microsoft.com/office/powerpoint/2010/main" val="11687984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6</a:t>
            </a:fld>
            <a:endParaRPr lang="en-US"/>
          </a:p>
        </p:txBody>
      </p:sp>
    </p:spTree>
    <p:extLst>
      <p:ext uri="{BB962C8B-B14F-4D97-AF65-F5344CB8AC3E}">
        <p14:creationId xmlns:p14="http://schemas.microsoft.com/office/powerpoint/2010/main" val="26424220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7</a:t>
            </a:fld>
            <a:endParaRPr lang="en-US"/>
          </a:p>
        </p:txBody>
      </p:sp>
    </p:spTree>
    <p:extLst>
      <p:ext uri="{BB962C8B-B14F-4D97-AF65-F5344CB8AC3E}">
        <p14:creationId xmlns:p14="http://schemas.microsoft.com/office/powerpoint/2010/main" val="8511978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8</a:t>
            </a:fld>
            <a:endParaRPr lang="en-US"/>
          </a:p>
        </p:txBody>
      </p:sp>
    </p:spTree>
    <p:extLst>
      <p:ext uri="{BB962C8B-B14F-4D97-AF65-F5344CB8AC3E}">
        <p14:creationId xmlns:p14="http://schemas.microsoft.com/office/powerpoint/2010/main" val="39405801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9</a:t>
            </a:fld>
            <a:endParaRPr lang="en-US"/>
          </a:p>
        </p:txBody>
      </p:sp>
    </p:spTree>
    <p:extLst>
      <p:ext uri="{BB962C8B-B14F-4D97-AF65-F5344CB8AC3E}">
        <p14:creationId xmlns:p14="http://schemas.microsoft.com/office/powerpoint/2010/main" val="40426454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10</a:t>
            </a:fld>
            <a:endParaRPr lang="en-US"/>
          </a:p>
        </p:txBody>
      </p:sp>
    </p:spTree>
    <p:extLst>
      <p:ext uri="{BB962C8B-B14F-4D97-AF65-F5344CB8AC3E}">
        <p14:creationId xmlns:p14="http://schemas.microsoft.com/office/powerpoint/2010/main" val="6228756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11</a:t>
            </a:fld>
            <a:endParaRPr lang="en-US"/>
          </a:p>
        </p:txBody>
      </p:sp>
    </p:spTree>
    <p:extLst>
      <p:ext uri="{BB962C8B-B14F-4D97-AF65-F5344CB8AC3E}">
        <p14:creationId xmlns:p14="http://schemas.microsoft.com/office/powerpoint/2010/main" val="25706094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12</a:t>
            </a:fld>
            <a:endParaRPr lang="en-US"/>
          </a:p>
        </p:txBody>
      </p:sp>
    </p:spTree>
    <p:extLst>
      <p:ext uri="{BB962C8B-B14F-4D97-AF65-F5344CB8AC3E}">
        <p14:creationId xmlns:p14="http://schemas.microsoft.com/office/powerpoint/2010/main" val="27956242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13</a:t>
            </a:fld>
            <a:endParaRPr lang="en-US"/>
          </a:p>
        </p:txBody>
      </p:sp>
    </p:spTree>
    <p:extLst>
      <p:ext uri="{BB962C8B-B14F-4D97-AF65-F5344CB8AC3E}">
        <p14:creationId xmlns:p14="http://schemas.microsoft.com/office/powerpoint/2010/main" val="7340419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14</a:t>
            </a:fld>
            <a:endParaRPr lang="en-US"/>
          </a:p>
        </p:txBody>
      </p:sp>
    </p:spTree>
    <p:extLst>
      <p:ext uri="{BB962C8B-B14F-4D97-AF65-F5344CB8AC3E}">
        <p14:creationId xmlns:p14="http://schemas.microsoft.com/office/powerpoint/2010/main" val="8171269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15</a:t>
            </a:fld>
            <a:endParaRPr lang="en-US"/>
          </a:p>
        </p:txBody>
      </p:sp>
    </p:spTree>
    <p:extLst>
      <p:ext uri="{BB962C8B-B14F-4D97-AF65-F5344CB8AC3E}">
        <p14:creationId xmlns:p14="http://schemas.microsoft.com/office/powerpoint/2010/main" val="4089488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16</a:t>
            </a:fld>
            <a:endParaRPr lang="en-US"/>
          </a:p>
        </p:txBody>
      </p:sp>
    </p:spTree>
    <p:extLst>
      <p:ext uri="{BB962C8B-B14F-4D97-AF65-F5344CB8AC3E}">
        <p14:creationId xmlns:p14="http://schemas.microsoft.com/office/powerpoint/2010/main" val="39791075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17</a:t>
            </a:fld>
            <a:endParaRPr lang="en-US"/>
          </a:p>
        </p:txBody>
      </p:sp>
    </p:spTree>
    <p:extLst>
      <p:ext uri="{BB962C8B-B14F-4D97-AF65-F5344CB8AC3E}">
        <p14:creationId xmlns:p14="http://schemas.microsoft.com/office/powerpoint/2010/main" val="19030386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36304E-FDE3-4B4F-A3B7-EBE87F3FA5E2}" type="slidenum">
              <a:rPr lang="en-US" noProof="0" smtClean="0"/>
              <a:t>18</a:t>
            </a:fld>
            <a:endParaRPr lang="en-US" noProof="0" dirty="0"/>
          </a:p>
        </p:txBody>
      </p:sp>
    </p:spTree>
    <p:extLst>
      <p:ext uri="{BB962C8B-B14F-4D97-AF65-F5344CB8AC3E}">
        <p14:creationId xmlns:p14="http://schemas.microsoft.com/office/powerpoint/2010/main" val="10039034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FD49-C258-4333-9422-358C976A341C}"/>
              </a:ext>
            </a:extLst>
          </p:cNvPr>
          <p:cNvSpPr>
            <a:spLocks noGrp="1"/>
          </p:cNvSpPr>
          <p:nvPr>
            <p:ph type="ctrTitle" hasCustomPrompt="1"/>
          </p:nvPr>
        </p:nvSpPr>
        <p:spPr>
          <a:xfrm>
            <a:off x="6343650" y="2173288"/>
            <a:ext cx="5143500" cy="2090808"/>
          </a:xfrm>
        </p:spPr>
        <p:txBody>
          <a:bodyPr anchor="b">
            <a:noAutofit/>
          </a:bodyPr>
          <a:lstStyle>
            <a:lvl1pPr algn="l">
              <a:defRPr sz="5400" b="1" cap="all" baseline="0">
                <a:solidFill>
                  <a:schemeClr val="accent1"/>
                </a:solidFill>
                <a:latin typeface="+mj-lt"/>
              </a:defRPr>
            </a:lvl1pPr>
          </a:lstStyle>
          <a:p>
            <a:r>
              <a:rPr lang="en-US" noProof="0" dirty="0"/>
              <a:t>Title comes here</a:t>
            </a:r>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343650" y="4279971"/>
            <a:ext cx="5143500" cy="503167"/>
          </a:xfrm>
        </p:spPr>
        <p:txBody>
          <a:bodyPr>
            <a:noAutofit/>
          </a:bodyPr>
          <a:lstStyle>
            <a:lvl1pPr marL="0" indent="0" algn="l">
              <a:buNone/>
              <a:defRPr sz="18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13" name="Picture Placeholder 12">
            <a:extLst>
              <a:ext uri="{FF2B5EF4-FFF2-40B4-BE49-F238E27FC236}">
                <a16:creationId xmlns:a16="http://schemas.microsoft.com/office/drawing/2014/main" id="{BCCC559D-0EC3-432C-B397-6897B366DF36}"/>
              </a:ext>
            </a:extLst>
          </p:cNvPr>
          <p:cNvSpPr>
            <a:spLocks noGrp="1"/>
          </p:cNvSpPr>
          <p:nvPr>
            <p:ph type="pic" sz="quarter" idx="10"/>
          </p:nvPr>
        </p:nvSpPr>
        <p:spPr>
          <a:xfrm>
            <a:off x="710812" y="728545"/>
            <a:ext cx="5305661" cy="5305661"/>
          </a:xfrm>
          <a:prstGeom prst="ellipse">
            <a:avLst/>
          </a:prstGeom>
          <a:solidFill>
            <a:schemeClr val="bg2"/>
          </a:solidFill>
        </p:spPr>
        <p:txBody>
          <a:bodyPr anchor="ctr"/>
          <a:lstStyle>
            <a:lvl1pPr marL="0" indent="0" algn="ctr">
              <a:buNone/>
              <a:defRPr/>
            </a:lvl1pPr>
          </a:lstStyle>
          <a:p>
            <a:r>
              <a:rPr lang="en-US" noProof="0"/>
              <a:t>Click icon to add picture</a:t>
            </a:r>
            <a:endParaRPr lang="en-US" noProof="0" dirty="0"/>
          </a:p>
        </p:txBody>
      </p:sp>
      <p:grpSp>
        <p:nvGrpSpPr>
          <p:cNvPr id="14" name="Group 13">
            <a:extLst>
              <a:ext uri="{FF2B5EF4-FFF2-40B4-BE49-F238E27FC236}">
                <a16:creationId xmlns:a16="http://schemas.microsoft.com/office/drawing/2014/main" id="{0DC2055F-AE3F-46BE-B57E-A0F1A86D1C36}"/>
              </a:ext>
            </a:extLst>
          </p:cNvPr>
          <p:cNvGrpSpPr/>
          <p:nvPr userDrawn="1"/>
        </p:nvGrpSpPr>
        <p:grpSpPr>
          <a:xfrm>
            <a:off x="-1728305" y="-2049517"/>
            <a:ext cx="8917229" cy="10769768"/>
            <a:chOff x="11114088" y="2241550"/>
            <a:chExt cx="1905000" cy="2354263"/>
          </a:xfrm>
          <a:solidFill>
            <a:schemeClr val="bg2">
              <a:alpha val="91000"/>
            </a:schemeClr>
          </a:solidFill>
        </p:grpSpPr>
        <p:sp>
          <p:nvSpPr>
            <p:cNvPr id="15" name="Freeform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6" name="Freeform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pic>
        <p:nvPicPr>
          <p:cNvPr id="9" name="Picture 8">
            <a:extLst>
              <a:ext uri="{FF2B5EF4-FFF2-40B4-BE49-F238E27FC236}">
                <a16:creationId xmlns:a16="http://schemas.microsoft.com/office/drawing/2014/main" id="{4FE28ACC-E44C-4381-B768-0310810E78D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372999" y="1312605"/>
            <a:ext cx="1745251" cy="673365"/>
          </a:xfrm>
          <a:prstGeom prst="rect">
            <a:avLst/>
          </a:prstGeom>
        </p:spPr>
      </p:pic>
      <p:cxnSp>
        <p:nvCxnSpPr>
          <p:cNvPr id="5" name="Straight Connector 4">
            <a:extLst>
              <a:ext uri="{FF2B5EF4-FFF2-40B4-BE49-F238E27FC236}">
                <a16:creationId xmlns:a16="http://schemas.microsoft.com/office/drawing/2014/main" id="{819AFA09-F4B1-493D-BCAD-FF30C20CD1AA}"/>
              </a:ext>
            </a:extLst>
          </p:cNvPr>
          <p:cNvCxnSpPr/>
          <p:nvPr userDrawn="1"/>
        </p:nvCxnSpPr>
        <p:spPr>
          <a:xfrm>
            <a:off x="6469778" y="4233582"/>
            <a:ext cx="253233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8496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_0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299464-ED20-4919-8B3A-2CFAE8DA2347}"/>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2456FD49-C258-4333-9422-358C976A341C}"/>
              </a:ext>
            </a:extLst>
          </p:cNvPr>
          <p:cNvSpPr>
            <a:spLocks noGrp="1"/>
          </p:cNvSpPr>
          <p:nvPr>
            <p:ph type="ctrTitle" hasCustomPrompt="1"/>
          </p:nvPr>
        </p:nvSpPr>
        <p:spPr>
          <a:xfrm>
            <a:off x="6343650" y="2173288"/>
            <a:ext cx="5143500" cy="2090808"/>
          </a:xfrm>
        </p:spPr>
        <p:txBody>
          <a:bodyPr anchor="b">
            <a:noAutofit/>
          </a:bodyPr>
          <a:lstStyle>
            <a:lvl1pPr algn="l">
              <a:defRPr sz="5400" b="1" cap="all" baseline="0">
                <a:solidFill>
                  <a:schemeClr val="bg1"/>
                </a:solidFill>
                <a:latin typeface="+mj-lt"/>
              </a:defRPr>
            </a:lvl1pPr>
          </a:lstStyle>
          <a:p>
            <a:r>
              <a:rPr lang="en-US" noProof="0" dirty="0"/>
              <a:t>Title comes here</a:t>
            </a:r>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343650" y="4279971"/>
            <a:ext cx="5143500" cy="503167"/>
          </a:xfrm>
        </p:spPr>
        <p:txBody>
          <a:bodyPr>
            <a:noAutofit/>
          </a:bodyPr>
          <a:lstStyle>
            <a:lvl1pPr marL="0" indent="0" algn="l">
              <a:buNone/>
              <a:defRPr sz="1800" b="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13" name="Picture Placeholder 12">
            <a:extLst>
              <a:ext uri="{FF2B5EF4-FFF2-40B4-BE49-F238E27FC236}">
                <a16:creationId xmlns:a16="http://schemas.microsoft.com/office/drawing/2014/main" id="{BCCC559D-0EC3-432C-B397-6897B366DF36}"/>
              </a:ext>
            </a:extLst>
          </p:cNvPr>
          <p:cNvSpPr>
            <a:spLocks noGrp="1"/>
          </p:cNvSpPr>
          <p:nvPr>
            <p:ph type="pic" sz="quarter" idx="10"/>
          </p:nvPr>
        </p:nvSpPr>
        <p:spPr>
          <a:xfrm>
            <a:off x="710812" y="728545"/>
            <a:ext cx="5305661" cy="5305661"/>
          </a:xfrm>
          <a:prstGeom prst="ellipse">
            <a:avLst/>
          </a:prstGeom>
          <a:solidFill>
            <a:schemeClr val="bg2"/>
          </a:solidFill>
        </p:spPr>
        <p:txBody>
          <a:bodyPr anchor="ctr"/>
          <a:lstStyle>
            <a:lvl1pPr marL="0" indent="0" algn="ctr">
              <a:buNone/>
              <a:defRPr/>
            </a:lvl1pPr>
          </a:lstStyle>
          <a:p>
            <a:r>
              <a:rPr lang="en-US" noProof="0"/>
              <a:t>Click icon to add picture</a:t>
            </a:r>
            <a:endParaRPr lang="en-US" noProof="0" dirty="0"/>
          </a:p>
        </p:txBody>
      </p:sp>
      <p:grpSp>
        <p:nvGrpSpPr>
          <p:cNvPr id="14" name="Group 13">
            <a:extLst>
              <a:ext uri="{FF2B5EF4-FFF2-40B4-BE49-F238E27FC236}">
                <a16:creationId xmlns:a16="http://schemas.microsoft.com/office/drawing/2014/main" id="{0DC2055F-AE3F-46BE-B57E-A0F1A86D1C36}"/>
              </a:ext>
            </a:extLst>
          </p:cNvPr>
          <p:cNvGrpSpPr/>
          <p:nvPr userDrawn="1"/>
        </p:nvGrpSpPr>
        <p:grpSpPr>
          <a:xfrm>
            <a:off x="-1728305" y="-2049517"/>
            <a:ext cx="8917229" cy="10769768"/>
            <a:chOff x="11114088" y="2241550"/>
            <a:chExt cx="1905000" cy="2354263"/>
          </a:xfrm>
          <a:solidFill>
            <a:schemeClr val="bg1">
              <a:alpha val="16000"/>
            </a:schemeClr>
          </a:solidFill>
        </p:grpSpPr>
        <p:sp>
          <p:nvSpPr>
            <p:cNvPr id="15" name="Freeform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6" name="Freeform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pic>
        <p:nvPicPr>
          <p:cNvPr id="9" name="Picture 8">
            <a:extLst>
              <a:ext uri="{FF2B5EF4-FFF2-40B4-BE49-F238E27FC236}">
                <a16:creationId xmlns:a16="http://schemas.microsoft.com/office/drawing/2014/main" id="{4FE28ACC-E44C-4381-B768-0310810E78D2}"/>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015850" y="391862"/>
            <a:ext cx="1745251" cy="673365"/>
          </a:xfrm>
          <a:prstGeom prst="rect">
            <a:avLst/>
          </a:prstGeom>
        </p:spPr>
      </p:pic>
      <p:cxnSp>
        <p:nvCxnSpPr>
          <p:cNvPr id="5" name="Straight Connector 4">
            <a:extLst>
              <a:ext uri="{FF2B5EF4-FFF2-40B4-BE49-F238E27FC236}">
                <a16:creationId xmlns:a16="http://schemas.microsoft.com/office/drawing/2014/main" id="{819AFA09-F4B1-493D-BCAD-FF30C20CD1AA}"/>
              </a:ext>
            </a:extLst>
          </p:cNvPr>
          <p:cNvCxnSpPr/>
          <p:nvPr userDrawn="1"/>
        </p:nvCxnSpPr>
        <p:spPr>
          <a:xfrm>
            <a:off x="6469778" y="4233582"/>
            <a:ext cx="253233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21408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7333" userDrawn="1">
          <p15:clr>
            <a:srgbClr val="FBAE40"/>
          </p15:clr>
        </p15:guide>
        <p15:guide id="4" pos="36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with Imag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9087E09-D75F-4E26-B01E-A1A09BA2EA70}"/>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AF7A70B7-7ADE-4E0B-B956-363B0B1AA613}"/>
              </a:ext>
            </a:extLst>
          </p:cNvPr>
          <p:cNvSpPr>
            <a:spLocks noGrp="1"/>
          </p:cNvSpPr>
          <p:nvPr>
            <p:ph type="title"/>
          </p:nvPr>
        </p:nvSpPr>
        <p:spPr>
          <a:xfrm>
            <a:off x="831850" y="182563"/>
            <a:ext cx="10515600" cy="940181"/>
          </a:xfrm>
        </p:spPr>
        <p:txBody>
          <a:bodyPr anchor="b">
            <a:noAutofit/>
          </a:bodyPr>
          <a:lstStyle>
            <a:lvl1pPr algn="ctr">
              <a:defRPr sz="4000" b="1" cap="all" baseline="0">
                <a:solidFill>
                  <a:schemeClr val="bg1"/>
                </a:solidFill>
              </a:defRPr>
            </a:lvl1pPr>
          </a:lstStyle>
          <a:p>
            <a:r>
              <a:rPr lang="en-US" noProof="0"/>
              <a:t>Click to edit Master title style</a:t>
            </a:r>
          </a:p>
        </p:txBody>
      </p:sp>
      <p:sp>
        <p:nvSpPr>
          <p:cNvPr id="3" name="Text Placeholder 2">
            <a:extLst>
              <a:ext uri="{FF2B5EF4-FFF2-40B4-BE49-F238E27FC236}">
                <a16:creationId xmlns:a16="http://schemas.microsoft.com/office/drawing/2014/main" id="{4ACB5603-8A62-4D45-B6EF-0D7E2D5FC4F7}"/>
              </a:ext>
            </a:extLst>
          </p:cNvPr>
          <p:cNvSpPr>
            <a:spLocks noGrp="1"/>
          </p:cNvSpPr>
          <p:nvPr>
            <p:ph type="body" idx="1" hasCustomPrompt="1"/>
          </p:nvPr>
        </p:nvSpPr>
        <p:spPr>
          <a:xfrm>
            <a:off x="2139388" y="1154832"/>
            <a:ext cx="7900525" cy="764460"/>
          </a:xfrm>
        </p:spPr>
        <p:txBody>
          <a:bodyPr>
            <a:noAutofit/>
          </a:bodyPr>
          <a:lstStyle>
            <a:lvl1pPr marL="0" indent="0" algn="ctr">
              <a:buNone/>
              <a:defRPr sz="1800" cap="none"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Dummy Text Comes Here</a:t>
            </a:r>
          </a:p>
        </p:txBody>
      </p:sp>
      <p:pic>
        <p:nvPicPr>
          <p:cNvPr id="8" name="Picture 7">
            <a:extLst>
              <a:ext uri="{FF2B5EF4-FFF2-40B4-BE49-F238E27FC236}">
                <a16:creationId xmlns:a16="http://schemas.microsoft.com/office/drawing/2014/main" id="{25FC40B0-ED27-47E5-A3C2-32A8418567EE}"/>
              </a:ext>
            </a:extLst>
          </p:cNvPr>
          <p:cNvPicPr>
            <a:picLocks noChangeAspect="1"/>
          </p:cNvPicPr>
          <p:nvPr userDrawn="1"/>
        </p:nvPicPr>
        <p:blipFill>
          <a:blip r:embed="rId2">
            <a:biLevel thresh="25000"/>
            <a:extLst>
              <a:ext uri="{28A0092B-C50C-407E-A947-70E740481C1C}">
                <a14:useLocalDpi xmlns:a14="http://schemas.microsoft.com/office/drawing/2010/main"/>
              </a:ext>
            </a:extLst>
          </a:blip>
          <a:stretch>
            <a:fillRect/>
          </a:stretch>
        </p:blipFill>
        <p:spPr>
          <a:xfrm>
            <a:off x="469638" y="6260507"/>
            <a:ext cx="1075427" cy="414929"/>
          </a:xfrm>
          <a:prstGeom prst="rect">
            <a:avLst/>
          </a:prstGeom>
        </p:spPr>
      </p:pic>
      <p:sp>
        <p:nvSpPr>
          <p:cNvPr id="11" name="Oval 10">
            <a:extLst>
              <a:ext uri="{FF2B5EF4-FFF2-40B4-BE49-F238E27FC236}">
                <a16:creationId xmlns:a16="http://schemas.microsoft.com/office/drawing/2014/main" id="{8931D2A9-0B92-4197-8802-80424C14EA7E}"/>
              </a:ext>
            </a:extLst>
          </p:cNvPr>
          <p:cNvSpPr/>
          <p:nvPr userDrawn="1"/>
        </p:nvSpPr>
        <p:spPr>
          <a:xfrm>
            <a:off x="11371669" y="6409397"/>
            <a:ext cx="280051" cy="2800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Slide Number Placeholder 5">
            <a:extLst>
              <a:ext uri="{FF2B5EF4-FFF2-40B4-BE49-F238E27FC236}">
                <a16:creationId xmlns:a16="http://schemas.microsoft.com/office/drawing/2014/main" id="{533B74B0-30B9-45C2-9AE6-45D1978AAFAE}"/>
              </a:ext>
            </a:extLst>
          </p:cNvPr>
          <p:cNvSpPr>
            <a:spLocks noGrp="1"/>
          </p:cNvSpPr>
          <p:nvPr>
            <p:ph type="sldNum" sz="quarter" idx="12"/>
          </p:nvPr>
        </p:nvSpPr>
        <p:spPr>
          <a:xfrm>
            <a:off x="11363696" y="6455739"/>
            <a:ext cx="294460" cy="187367"/>
          </a:xfrm>
        </p:spPr>
        <p:txBody>
          <a:bodyPr lIns="0" tIns="0" rIns="0" bIns="0"/>
          <a:lstStyle>
            <a:lvl1pPr algn="ctr">
              <a:defRPr sz="900">
                <a:solidFill>
                  <a:srgbClr val="2C567A"/>
                </a:solidFill>
                <a:latin typeface="+mn-lt"/>
              </a:defRPr>
            </a:lvl1pPr>
          </a:lstStyle>
          <a:p>
            <a:fld id="{9EC71654-96A5-4280-94F3-931C61A9F92C}" type="slidenum">
              <a:rPr lang="en-US" noProof="0" smtClean="0"/>
              <a:pPr/>
              <a:t>‹#›</a:t>
            </a:fld>
            <a:endParaRPr lang="en-US" noProof="0" dirty="0"/>
          </a:p>
        </p:txBody>
      </p:sp>
      <p:sp>
        <p:nvSpPr>
          <p:cNvPr id="15" name="Picture Placeholder 14">
            <a:extLst>
              <a:ext uri="{FF2B5EF4-FFF2-40B4-BE49-F238E27FC236}">
                <a16:creationId xmlns:a16="http://schemas.microsoft.com/office/drawing/2014/main" id="{B5A30B6B-EEDB-4142-8138-D50F5A307D76}"/>
              </a:ext>
            </a:extLst>
          </p:cNvPr>
          <p:cNvSpPr>
            <a:spLocks noGrp="1"/>
          </p:cNvSpPr>
          <p:nvPr>
            <p:ph type="pic" sz="quarter" idx="13"/>
          </p:nvPr>
        </p:nvSpPr>
        <p:spPr>
          <a:xfrm>
            <a:off x="2993041" y="2270376"/>
            <a:ext cx="6206400" cy="4587625"/>
          </a:xfrm>
          <a:custGeom>
            <a:avLst/>
            <a:gdLst>
              <a:gd name="connsiteX0" fmla="*/ 3103200 w 6206400"/>
              <a:gd name="connsiteY0" fmla="*/ 0 h 4587625"/>
              <a:gd name="connsiteX1" fmla="*/ 6206400 w 6206400"/>
              <a:gd name="connsiteY1" fmla="*/ 3103200 h 4587625"/>
              <a:gd name="connsiteX2" fmla="*/ 5831861 w 6206400"/>
              <a:gd name="connsiteY2" fmla="*/ 4582370 h 4587625"/>
              <a:gd name="connsiteX3" fmla="*/ 5828668 w 6206400"/>
              <a:gd name="connsiteY3" fmla="*/ 4587625 h 4587625"/>
              <a:gd name="connsiteX4" fmla="*/ 377733 w 6206400"/>
              <a:gd name="connsiteY4" fmla="*/ 4587625 h 4587625"/>
              <a:gd name="connsiteX5" fmla="*/ 374540 w 6206400"/>
              <a:gd name="connsiteY5" fmla="*/ 4582370 h 4587625"/>
              <a:gd name="connsiteX6" fmla="*/ 0 w 6206400"/>
              <a:gd name="connsiteY6" fmla="*/ 3103200 h 4587625"/>
              <a:gd name="connsiteX7" fmla="*/ 3103200 w 6206400"/>
              <a:gd name="connsiteY7" fmla="*/ 0 h 458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06400" h="4587625">
                <a:moveTo>
                  <a:pt x="3103200" y="0"/>
                </a:moveTo>
                <a:cubicBezTo>
                  <a:pt x="4817050" y="0"/>
                  <a:pt x="6206400" y="1389350"/>
                  <a:pt x="6206400" y="3103200"/>
                </a:cubicBezTo>
                <a:cubicBezTo>
                  <a:pt x="6206400" y="3638778"/>
                  <a:pt x="6070721" y="4142667"/>
                  <a:pt x="5831861" y="4582370"/>
                </a:cubicBezTo>
                <a:lnTo>
                  <a:pt x="5828668" y="4587625"/>
                </a:lnTo>
                <a:lnTo>
                  <a:pt x="377733" y="4587625"/>
                </a:lnTo>
                <a:lnTo>
                  <a:pt x="374540" y="4582370"/>
                </a:lnTo>
                <a:cubicBezTo>
                  <a:pt x="135679" y="4142667"/>
                  <a:pt x="0" y="3638778"/>
                  <a:pt x="0" y="3103200"/>
                </a:cubicBezTo>
                <a:cubicBezTo>
                  <a:pt x="0" y="1389350"/>
                  <a:pt x="1389350" y="0"/>
                  <a:pt x="3103200" y="0"/>
                </a:cubicBezTo>
                <a:close/>
              </a:path>
            </a:pathLst>
          </a:custGeom>
          <a:solidFill>
            <a:schemeClr val="bg2"/>
          </a:solidFill>
        </p:spPr>
        <p:txBody>
          <a:bodyPr wrap="square" anchor="ctr">
            <a:noAutofit/>
          </a:bodyPr>
          <a:lstStyle>
            <a:lvl1pPr marL="0" indent="0" algn="ctr">
              <a:buNone/>
              <a:defRPr sz="2400"/>
            </a:lvl1pPr>
          </a:lstStyle>
          <a:p>
            <a:r>
              <a:rPr lang="en-US" noProof="0"/>
              <a:t>Click icon to add picture</a:t>
            </a:r>
            <a:endParaRPr lang="en-US" noProof="0" dirty="0"/>
          </a:p>
        </p:txBody>
      </p:sp>
    </p:spTree>
    <p:extLst>
      <p:ext uri="{BB962C8B-B14F-4D97-AF65-F5344CB8AC3E}">
        <p14:creationId xmlns:p14="http://schemas.microsoft.com/office/powerpoint/2010/main" val="275049557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EE9886-36F0-4E06-A3A6-D8F00B0665A1}"/>
              </a:ext>
            </a:extLst>
          </p:cNvPr>
          <p:cNvSpPr>
            <a:spLocks noGrp="1"/>
          </p:cNvSpPr>
          <p:nvPr>
            <p:ph idx="1"/>
          </p:nvPr>
        </p:nvSpPr>
        <p:spPr>
          <a:xfrm>
            <a:off x="538960" y="1825625"/>
            <a:ext cx="4914189" cy="4351338"/>
          </a:xfrm>
        </p:spPr>
        <p:txBody>
          <a:bodyPr lIns="0" tIns="0" rIns="0" bIns="0">
            <a:noAutofit/>
          </a:bodyPr>
          <a:lstStyle>
            <a:lvl1pPr>
              <a:defRPr sz="2400"/>
            </a:lvl1pPr>
            <a:lvl2pPr>
              <a:defRPr sz="20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pic>
        <p:nvPicPr>
          <p:cNvPr id="8" name="Picture 7">
            <a:extLst>
              <a:ext uri="{FF2B5EF4-FFF2-40B4-BE49-F238E27FC236}">
                <a16:creationId xmlns:a16="http://schemas.microsoft.com/office/drawing/2014/main" id="{676C557E-B5A7-4416-BCC0-5743550BF15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grpSp>
        <p:nvGrpSpPr>
          <p:cNvPr id="10" name="Group 9">
            <a:extLst>
              <a:ext uri="{FF2B5EF4-FFF2-40B4-BE49-F238E27FC236}">
                <a16:creationId xmlns:a16="http://schemas.microsoft.com/office/drawing/2014/main" id="{42E17FB3-B5C4-4B3A-A57B-C6493A9D0C66}"/>
              </a:ext>
            </a:extLst>
          </p:cNvPr>
          <p:cNvGrpSpPr/>
          <p:nvPr userDrawn="1"/>
        </p:nvGrpSpPr>
        <p:grpSpPr>
          <a:xfrm rot="8650774">
            <a:off x="5037655" y="4336093"/>
            <a:ext cx="1905000" cy="2354263"/>
            <a:chOff x="11114088" y="2241550"/>
            <a:chExt cx="1905000" cy="2354263"/>
          </a:xfrm>
          <a:solidFill>
            <a:schemeClr val="bg2"/>
          </a:solidFill>
        </p:grpSpPr>
        <p:sp>
          <p:nvSpPr>
            <p:cNvPr id="11" name="Freeform 5">
              <a:extLst>
                <a:ext uri="{FF2B5EF4-FFF2-40B4-BE49-F238E27FC236}">
                  <a16:creationId xmlns:a16="http://schemas.microsoft.com/office/drawing/2014/main" id="{DCA6C454-F761-4265-BB5E-DFD947CC3592}"/>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2" name="Freeform 6">
              <a:extLst>
                <a:ext uri="{FF2B5EF4-FFF2-40B4-BE49-F238E27FC236}">
                  <a16:creationId xmlns:a16="http://schemas.microsoft.com/office/drawing/2014/main" id="{6B853B2F-9E1C-4AC4-9344-8610498D5B52}"/>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3" name="Freeform 7">
              <a:extLst>
                <a:ext uri="{FF2B5EF4-FFF2-40B4-BE49-F238E27FC236}">
                  <a16:creationId xmlns:a16="http://schemas.microsoft.com/office/drawing/2014/main" id="{B7FCC84B-2235-4948-8277-8363DFC691A4}"/>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15" name="Oval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23" name="Picture Placeholder 22">
            <a:extLst>
              <a:ext uri="{FF2B5EF4-FFF2-40B4-BE49-F238E27FC236}">
                <a16:creationId xmlns:a16="http://schemas.microsoft.com/office/drawing/2014/main" id="{26619E66-5354-4D60-8529-27917AC037C0}"/>
              </a:ext>
            </a:extLst>
          </p:cNvPr>
          <p:cNvSpPr>
            <a:spLocks noGrp="1"/>
          </p:cNvSpPr>
          <p:nvPr>
            <p:ph type="pic" sz="quarter" idx="13"/>
          </p:nvPr>
        </p:nvSpPr>
        <p:spPr>
          <a:xfrm>
            <a:off x="5884648" y="0"/>
            <a:ext cx="6307353" cy="5780372"/>
          </a:xfrm>
          <a:custGeom>
            <a:avLst/>
            <a:gdLst>
              <a:gd name="connsiteX0" fmla="*/ 760444 w 6307353"/>
              <a:gd name="connsiteY0" fmla="*/ 0 h 5780372"/>
              <a:gd name="connsiteX1" fmla="*/ 6307353 w 6307353"/>
              <a:gd name="connsiteY1" fmla="*/ 0 h 5780372"/>
              <a:gd name="connsiteX2" fmla="*/ 6307353 w 6307353"/>
              <a:gd name="connsiteY2" fmla="*/ 4515612 h 5780372"/>
              <a:gd name="connsiteX3" fmla="*/ 6110746 w 6307353"/>
              <a:gd name="connsiteY3" fmla="*/ 4731934 h 5780372"/>
              <a:gd name="connsiteX4" fmla="*/ 3579592 w 6307353"/>
              <a:gd name="connsiteY4" fmla="*/ 5780372 h 5780372"/>
              <a:gd name="connsiteX5" fmla="*/ 0 w 6307353"/>
              <a:gd name="connsiteY5" fmla="*/ 2200780 h 5780372"/>
              <a:gd name="connsiteX6" fmla="*/ 611338 w 6307353"/>
              <a:gd name="connsiteY6" fmla="*/ 199396 h 5780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7353" h="5780372">
                <a:moveTo>
                  <a:pt x="760444" y="0"/>
                </a:moveTo>
                <a:lnTo>
                  <a:pt x="6307353" y="0"/>
                </a:lnTo>
                <a:lnTo>
                  <a:pt x="6307353" y="4515612"/>
                </a:lnTo>
                <a:lnTo>
                  <a:pt x="6110746" y="4731934"/>
                </a:lnTo>
                <a:cubicBezTo>
                  <a:pt x="5462967" y="5379713"/>
                  <a:pt x="4568069" y="5780372"/>
                  <a:pt x="3579592" y="5780372"/>
                </a:cubicBezTo>
                <a:cubicBezTo>
                  <a:pt x="1602638" y="5780372"/>
                  <a:pt x="0" y="4177734"/>
                  <a:pt x="0" y="2200780"/>
                </a:cubicBezTo>
                <a:cubicBezTo>
                  <a:pt x="0" y="1459422"/>
                  <a:pt x="225371" y="770703"/>
                  <a:pt x="611338" y="199396"/>
                </a:cubicBezTo>
                <a:close/>
              </a:path>
            </a:pathLst>
          </a:custGeom>
          <a:solidFill>
            <a:schemeClr val="bg2"/>
          </a:solidFill>
        </p:spPr>
        <p:txBody>
          <a:bodyPr wrap="square" anchor="ctr">
            <a:noAutofit/>
          </a:bodyPr>
          <a:lstStyle>
            <a:lvl1pPr marL="0" indent="0" algn="ctr">
              <a:buNone/>
              <a:defRPr/>
            </a:lvl1pPr>
          </a:lstStyle>
          <a:p>
            <a:r>
              <a:rPr lang="en-US" noProof="0"/>
              <a:t>Click icon to add picture</a:t>
            </a:r>
            <a:endParaRPr lang="en-US" noProof="0" dirty="0"/>
          </a:p>
        </p:txBody>
      </p:sp>
      <p:sp>
        <p:nvSpPr>
          <p:cNvPr id="14" name="Title 1">
            <a:extLst>
              <a:ext uri="{FF2B5EF4-FFF2-40B4-BE49-F238E27FC236}">
                <a16:creationId xmlns:a16="http://schemas.microsoft.com/office/drawing/2014/main" id="{2E646B4F-6CCB-724C-9D5E-6D5770023939}"/>
              </a:ext>
            </a:extLst>
          </p:cNvPr>
          <p:cNvSpPr>
            <a:spLocks noGrp="1"/>
          </p:cNvSpPr>
          <p:nvPr>
            <p:ph type="title"/>
          </p:nvPr>
        </p:nvSpPr>
        <p:spPr>
          <a:xfrm>
            <a:off x="515938" y="499595"/>
            <a:ext cx="4937211" cy="1325563"/>
          </a:xfrm>
        </p:spPr>
        <p:txBody>
          <a:bodyPr lIns="0" tIns="0" rIns="0" bIns="0">
            <a:noAutofit/>
          </a:bodyPr>
          <a:lstStyle>
            <a:lvl1pPr>
              <a:defRPr sz="3200" b="1" cap="all" baseline="0"/>
            </a:lvl1pPr>
          </a:lstStyle>
          <a:p>
            <a:r>
              <a:rPr lang="en-US" noProof="0"/>
              <a:t>Click to edit Master title style</a:t>
            </a:r>
            <a:endParaRPr lang="en-US" noProof="0" dirty="0"/>
          </a:p>
        </p:txBody>
      </p:sp>
    </p:spTree>
    <p:extLst>
      <p:ext uri="{BB962C8B-B14F-4D97-AF65-F5344CB8AC3E}">
        <p14:creationId xmlns:p14="http://schemas.microsoft.com/office/powerpoint/2010/main" val="1696208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70CD0-696D-4313-96BA-4AA72C813BD0}"/>
              </a:ext>
            </a:extLst>
          </p:cNvPr>
          <p:cNvSpPr>
            <a:spLocks noGrp="1"/>
          </p:cNvSpPr>
          <p:nvPr>
            <p:ph type="title"/>
          </p:nvPr>
        </p:nvSpPr>
        <p:spPr>
          <a:xfrm>
            <a:off x="515938" y="499595"/>
            <a:ext cx="4937211" cy="1325563"/>
          </a:xfrm>
        </p:spPr>
        <p:txBody>
          <a:bodyPr lIns="0" tIns="0" rIns="0" bIns="0">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0FEE9886-36F0-4E06-A3A6-D8F00B0665A1}"/>
              </a:ext>
            </a:extLst>
          </p:cNvPr>
          <p:cNvSpPr>
            <a:spLocks noGrp="1"/>
          </p:cNvSpPr>
          <p:nvPr>
            <p:ph idx="1" hasCustomPrompt="1"/>
          </p:nvPr>
        </p:nvSpPr>
        <p:spPr>
          <a:xfrm>
            <a:off x="538960" y="1825625"/>
            <a:ext cx="4914189" cy="4351338"/>
          </a:xfrm>
        </p:spPr>
        <p:txBody>
          <a:bodyPr lIns="0" tIns="0" rIns="0" bIns="0">
            <a:noAutofit/>
          </a:bodyPr>
          <a:lstStyle>
            <a:lvl1pPr>
              <a:defRPr sz="2400"/>
            </a:lvl1pPr>
            <a:lvl2pPr>
              <a:defRPr sz="2000"/>
            </a:lvl2pPr>
            <a:lvl3pPr>
              <a:defRPr sz="1800"/>
            </a:lvl3pPr>
            <a:lvl4pPr>
              <a:defRPr sz="1600"/>
            </a:lvl4pPr>
            <a:lvl5pPr>
              <a:defRPr sz="16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pic>
        <p:nvPicPr>
          <p:cNvPr id="8" name="Picture 7">
            <a:extLst>
              <a:ext uri="{FF2B5EF4-FFF2-40B4-BE49-F238E27FC236}">
                <a16:creationId xmlns:a16="http://schemas.microsoft.com/office/drawing/2014/main" id="{676C557E-B5A7-4416-BCC0-5743550BF15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15" name="Oval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14" name="Rectangle 13">
            <a:extLst>
              <a:ext uri="{FF2B5EF4-FFF2-40B4-BE49-F238E27FC236}">
                <a16:creationId xmlns:a16="http://schemas.microsoft.com/office/drawing/2014/main" id="{9D415693-E2CB-4DB4-B07C-2F96B0CAB302}"/>
              </a:ext>
            </a:extLst>
          </p:cNvPr>
          <p:cNvSpPr/>
          <p:nvPr userDrawn="1"/>
        </p:nvSpPr>
        <p:spPr>
          <a:xfrm>
            <a:off x="7854462" y="988536"/>
            <a:ext cx="4329129" cy="4880927"/>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14C1BF67-E354-4E04-8F94-BABF2B7D1AFB}"/>
              </a:ext>
            </a:extLst>
          </p:cNvPr>
          <p:cNvSpPr/>
          <p:nvPr userDrawn="1"/>
        </p:nvSpPr>
        <p:spPr>
          <a:xfrm>
            <a:off x="5107816" y="633613"/>
            <a:ext cx="5571908" cy="5571906"/>
          </a:xfrm>
          <a:prstGeom prst="ellipse">
            <a:avLst/>
          </a:prstGeom>
          <a:solidFill>
            <a:schemeClr val="bg2">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Picture Placeholder 5">
            <a:extLst>
              <a:ext uri="{FF2B5EF4-FFF2-40B4-BE49-F238E27FC236}">
                <a16:creationId xmlns:a16="http://schemas.microsoft.com/office/drawing/2014/main" id="{FF6AC390-6F85-4B64-AE7A-E8E0D8FC89CF}"/>
              </a:ext>
            </a:extLst>
          </p:cNvPr>
          <p:cNvSpPr>
            <a:spLocks noGrp="1"/>
          </p:cNvSpPr>
          <p:nvPr>
            <p:ph type="pic" sz="quarter" idx="13"/>
          </p:nvPr>
        </p:nvSpPr>
        <p:spPr>
          <a:xfrm>
            <a:off x="5455212" y="988536"/>
            <a:ext cx="4884848" cy="4884848"/>
          </a:xfrm>
          <a:prstGeom prst="ellipse">
            <a:avLst/>
          </a:prstGeo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spTree>
    <p:extLst>
      <p:ext uri="{BB962C8B-B14F-4D97-AF65-F5344CB8AC3E}">
        <p14:creationId xmlns:p14="http://schemas.microsoft.com/office/powerpoint/2010/main" val="1969986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03">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2E4E194-63F1-4D43-AC02-75733DF045E9}"/>
              </a:ext>
            </a:extLst>
          </p:cNvPr>
          <p:cNvSpPr/>
          <p:nvPr userDrawn="1"/>
        </p:nvSpPr>
        <p:spPr>
          <a:xfrm>
            <a:off x="8308181" y="1630018"/>
            <a:ext cx="3883819" cy="43732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Oval 21">
            <a:extLst>
              <a:ext uri="{FF2B5EF4-FFF2-40B4-BE49-F238E27FC236}">
                <a16:creationId xmlns:a16="http://schemas.microsoft.com/office/drawing/2014/main" id="{E799E3E2-888B-2343-9A63-F84C03265CB5}"/>
              </a:ext>
            </a:extLst>
          </p:cNvPr>
          <p:cNvSpPr>
            <a:spLocks noChangeAspect="1"/>
          </p:cNvSpPr>
          <p:nvPr userDrawn="1"/>
        </p:nvSpPr>
        <p:spPr>
          <a:xfrm>
            <a:off x="9833702" y="1823757"/>
            <a:ext cx="832104" cy="832104"/>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Picture Placeholder 11">
            <a:extLst>
              <a:ext uri="{FF2B5EF4-FFF2-40B4-BE49-F238E27FC236}">
                <a16:creationId xmlns:a16="http://schemas.microsoft.com/office/drawing/2014/main" id="{8FEDE8EF-5B7A-A741-9A56-D365CAE01B62}"/>
              </a:ext>
            </a:extLst>
          </p:cNvPr>
          <p:cNvSpPr>
            <a:spLocks noGrp="1"/>
          </p:cNvSpPr>
          <p:nvPr>
            <p:ph type="pic" sz="quarter" idx="19" hasCustomPrompt="1"/>
          </p:nvPr>
        </p:nvSpPr>
        <p:spPr>
          <a:xfrm>
            <a:off x="9998318" y="1988373"/>
            <a:ext cx="502873" cy="502873"/>
          </a:xfrm>
          <a:prstGeom prst="rect">
            <a:avLst/>
          </a:prstGeom>
          <a:noFill/>
        </p:spPr>
        <p:txBody>
          <a:bodyPr lIns="0" rIns="0" anchor="ctr">
            <a:noAutofit/>
          </a:bodyPr>
          <a:lstStyle>
            <a:lvl1pPr marL="0" indent="0" algn="ctr">
              <a:buNone/>
              <a:defRPr sz="1100">
                <a:solidFill>
                  <a:schemeClr val="bg1"/>
                </a:solidFill>
              </a:defRPr>
            </a:lvl1pPr>
          </a:lstStyle>
          <a:p>
            <a:r>
              <a:rPr lang="en-US" noProof="0" dirty="0"/>
              <a:t>icon</a:t>
            </a:r>
          </a:p>
        </p:txBody>
      </p:sp>
      <p:sp>
        <p:nvSpPr>
          <p:cNvPr id="9" name="Rectangle 8">
            <a:extLst>
              <a:ext uri="{FF2B5EF4-FFF2-40B4-BE49-F238E27FC236}">
                <a16:creationId xmlns:a16="http://schemas.microsoft.com/office/drawing/2014/main" id="{3755C1FB-E61C-4BBC-8179-D34908DEA1B6}"/>
              </a:ext>
            </a:extLst>
          </p:cNvPr>
          <p:cNvSpPr/>
          <p:nvPr userDrawn="1"/>
        </p:nvSpPr>
        <p:spPr>
          <a:xfrm>
            <a:off x="0" y="1630018"/>
            <a:ext cx="3883819" cy="43732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8C1E0992-271E-4948-9461-C7AA54AF8FEA}"/>
              </a:ext>
            </a:extLst>
          </p:cNvPr>
          <p:cNvSpPr>
            <a:spLocks noChangeAspect="1"/>
          </p:cNvSpPr>
          <p:nvPr userDrawn="1"/>
        </p:nvSpPr>
        <p:spPr>
          <a:xfrm>
            <a:off x="1526011" y="1823757"/>
            <a:ext cx="832104" cy="832104"/>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32970CD0-696D-4313-96BA-4AA72C813BD0}"/>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0FEE9886-36F0-4E06-A3A6-D8F00B0665A1}"/>
              </a:ext>
            </a:extLst>
          </p:cNvPr>
          <p:cNvSpPr>
            <a:spLocks noGrp="1"/>
          </p:cNvSpPr>
          <p:nvPr>
            <p:ph idx="1" hasCustomPrompt="1"/>
          </p:nvPr>
        </p:nvSpPr>
        <p:spPr>
          <a:xfrm>
            <a:off x="219126" y="3207024"/>
            <a:ext cx="3445566" cy="2504663"/>
          </a:xfrm>
        </p:spPr>
        <p:txBody>
          <a:bodyPr lIns="0" tIns="0" rIns="0" bIns="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pic>
        <p:nvPicPr>
          <p:cNvPr id="8" name="Picture 7">
            <a:extLst>
              <a:ext uri="{FF2B5EF4-FFF2-40B4-BE49-F238E27FC236}">
                <a16:creationId xmlns:a16="http://schemas.microsoft.com/office/drawing/2014/main" id="{676C557E-B5A7-4416-BCC0-5743550BF15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15" name="Oval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6" name="Picture Placeholder 5">
            <a:extLst>
              <a:ext uri="{FF2B5EF4-FFF2-40B4-BE49-F238E27FC236}">
                <a16:creationId xmlns:a16="http://schemas.microsoft.com/office/drawing/2014/main" id="{35B71D50-AA4B-4E0C-8F6A-0F64F2C8A8C7}"/>
              </a:ext>
            </a:extLst>
          </p:cNvPr>
          <p:cNvSpPr>
            <a:spLocks noGrp="1"/>
          </p:cNvSpPr>
          <p:nvPr>
            <p:ph type="pic" sz="quarter" idx="13"/>
          </p:nvPr>
        </p:nvSpPr>
        <p:spPr>
          <a:xfrm>
            <a:off x="3883819" y="1630018"/>
            <a:ext cx="4424362" cy="4373217"/>
          </a:xfrm>
          <a:solidFill>
            <a:schemeClr val="bg2">
              <a:lumMod val="90000"/>
            </a:schemeClr>
          </a:solidFill>
        </p:spPr>
        <p:txBody>
          <a:bodyPr anchor="ctr"/>
          <a:lstStyle>
            <a:lvl1pPr marL="0" indent="0" algn="ctr">
              <a:buNone/>
              <a:defRPr/>
            </a:lvl1pPr>
          </a:lstStyle>
          <a:p>
            <a:r>
              <a:rPr lang="en-US" noProof="0"/>
              <a:t>Click icon to add picture</a:t>
            </a:r>
            <a:endParaRPr lang="en-US" noProof="0" dirty="0"/>
          </a:p>
        </p:txBody>
      </p:sp>
      <p:sp>
        <p:nvSpPr>
          <p:cNvPr id="17" name="Content Placeholder 2">
            <a:extLst>
              <a:ext uri="{FF2B5EF4-FFF2-40B4-BE49-F238E27FC236}">
                <a16:creationId xmlns:a16="http://schemas.microsoft.com/office/drawing/2014/main" id="{147C9C38-5B17-467D-B581-EF28ECB11E80}"/>
              </a:ext>
            </a:extLst>
          </p:cNvPr>
          <p:cNvSpPr>
            <a:spLocks noGrp="1"/>
          </p:cNvSpPr>
          <p:nvPr>
            <p:ph idx="14" hasCustomPrompt="1"/>
          </p:nvPr>
        </p:nvSpPr>
        <p:spPr>
          <a:xfrm>
            <a:off x="8527490" y="3207024"/>
            <a:ext cx="3445200" cy="2504663"/>
          </a:xfrm>
        </p:spPr>
        <p:txBody>
          <a:bodyPr lIns="0" tIns="0" rIns="0" bIns="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20" name="Content Placeholder 2">
            <a:extLst>
              <a:ext uri="{FF2B5EF4-FFF2-40B4-BE49-F238E27FC236}">
                <a16:creationId xmlns:a16="http://schemas.microsoft.com/office/drawing/2014/main" id="{FEB88DD7-AEB5-4718-AF2D-28B5B91ED715}"/>
              </a:ext>
            </a:extLst>
          </p:cNvPr>
          <p:cNvSpPr>
            <a:spLocks noGrp="1"/>
          </p:cNvSpPr>
          <p:nvPr>
            <p:ph idx="15" hasCustomPrompt="1"/>
          </p:nvPr>
        </p:nvSpPr>
        <p:spPr>
          <a:xfrm>
            <a:off x="219126" y="2711636"/>
            <a:ext cx="3445566" cy="495389"/>
          </a:xfrm>
        </p:spPr>
        <p:txBody>
          <a:bodyPr lIns="0" tIns="0" rIns="0" bIns="0" anchor="ctr">
            <a:noAutofit/>
          </a:bodyPr>
          <a:lstStyle>
            <a:lvl1pPr marL="0" indent="0" algn="ctr">
              <a:buNone/>
              <a:defRPr sz="18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21" name="Content Placeholder 2">
            <a:extLst>
              <a:ext uri="{FF2B5EF4-FFF2-40B4-BE49-F238E27FC236}">
                <a16:creationId xmlns:a16="http://schemas.microsoft.com/office/drawing/2014/main" id="{F694448B-800C-40EF-8F61-18C018E8374C}"/>
              </a:ext>
            </a:extLst>
          </p:cNvPr>
          <p:cNvSpPr>
            <a:spLocks noGrp="1"/>
          </p:cNvSpPr>
          <p:nvPr>
            <p:ph idx="16" hasCustomPrompt="1"/>
          </p:nvPr>
        </p:nvSpPr>
        <p:spPr>
          <a:xfrm>
            <a:off x="8527124" y="2711636"/>
            <a:ext cx="3445566" cy="495389"/>
          </a:xfrm>
        </p:spPr>
        <p:txBody>
          <a:bodyPr lIns="0" tIns="0" rIns="0" bIns="0" anchor="ctr">
            <a:noAutofit/>
          </a:bodyPr>
          <a:lstStyle>
            <a:lvl1pPr marL="0" indent="0" algn="ctr">
              <a:buNone/>
              <a:defRPr sz="18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12" name="Picture Placeholder 11">
            <a:extLst>
              <a:ext uri="{FF2B5EF4-FFF2-40B4-BE49-F238E27FC236}">
                <a16:creationId xmlns:a16="http://schemas.microsoft.com/office/drawing/2014/main" id="{483B974E-5202-4EAD-9D55-4129C84BAE87}"/>
              </a:ext>
            </a:extLst>
          </p:cNvPr>
          <p:cNvSpPr>
            <a:spLocks noGrp="1"/>
          </p:cNvSpPr>
          <p:nvPr>
            <p:ph type="pic" sz="quarter" idx="17" hasCustomPrompt="1"/>
          </p:nvPr>
        </p:nvSpPr>
        <p:spPr>
          <a:xfrm>
            <a:off x="1690627" y="1988373"/>
            <a:ext cx="502873" cy="502873"/>
          </a:xfrm>
          <a:prstGeom prst="rect">
            <a:avLst/>
          </a:prstGeom>
          <a:noFill/>
        </p:spPr>
        <p:txBody>
          <a:bodyPr lIns="0" rIns="0" anchor="ctr">
            <a:noAutofit/>
          </a:bodyPr>
          <a:lstStyle>
            <a:lvl1pPr marL="0" indent="0" algn="ctr">
              <a:buNone/>
              <a:defRPr sz="1100">
                <a:solidFill>
                  <a:schemeClr val="bg1"/>
                </a:solidFill>
              </a:defRPr>
            </a:lvl1pPr>
          </a:lstStyle>
          <a:p>
            <a:r>
              <a:rPr lang="en-US" noProof="0" dirty="0"/>
              <a:t>icon</a:t>
            </a:r>
          </a:p>
        </p:txBody>
      </p:sp>
    </p:spTree>
    <p:extLst>
      <p:ext uri="{BB962C8B-B14F-4D97-AF65-F5344CB8AC3E}">
        <p14:creationId xmlns:p14="http://schemas.microsoft.com/office/powerpoint/2010/main" val="1741033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Layout">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B6EB0C6-606C-4AFB-8FF8-AB43606B95BD}"/>
              </a:ext>
            </a:extLst>
          </p:cNvPr>
          <p:cNvSpPr/>
          <p:nvPr userDrawn="1"/>
        </p:nvSpPr>
        <p:spPr>
          <a:xfrm>
            <a:off x="6599236" y="4707908"/>
            <a:ext cx="5592763" cy="10064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25CE6D5A-A5C0-4B12-A26A-691D5743FA5C}"/>
              </a:ext>
            </a:extLst>
          </p:cNvPr>
          <p:cNvSpPr/>
          <p:nvPr userDrawn="1"/>
        </p:nvSpPr>
        <p:spPr>
          <a:xfrm>
            <a:off x="-82063" y="1648186"/>
            <a:ext cx="5709139" cy="10064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32970CD0-696D-4313-96BA-4AA72C813BD0}"/>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0FEE9886-36F0-4E06-A3A6-D8F00B0665A1}"/>
              </a:ext>
            </a:extLst>
          </p:cNvPr>
          <p:cNvSpPr>
            <a:spLocks noGrp="1"/>
          </p:cNvSpPr>
          <p:nvPr>
            <p:ph idx="1" hasCustomPrompt="1"/>
          </p:nvPr>
        </p:nvSpPr>
        <p:spPr>
          <a:xfrm>
            <a:off x="680934" y="2863158"/>
            <a:ext cx="4074002" cy="2846648"/>
          </a:xfrm>
        </p:spPr>
        <p:txBody>
          <a:bodyPr lIns="0" tIns="0" rIns="0" bIns="0">
            <a:noAutofit/>
          </a:bodyPr>
          <a:lstStyle>
            <a:lvl1pPr marL="0" indent="0" algn="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accent2"/>
              </a:solidFill>
            </a:endParaRPr>
          </a:p>
        </p:txBody>
      </p:sp>
      <p:pic>
        <p:nvPicPr>
          <p:cNvPr id="8" name="Picture 7">
            <a:extLst>
              <a:ext uri="{FF2B5EF4-FFF2-40B4-BE49-F238E27FC236}">
                <a16:creationId xmlns:a16="http://schemas.microsoft.com/office/drawing/2014/main" id="{676C557E-B5A7-4416-BCC0-5743550BF15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15" name="Oval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B88DD7-AEB5-4718-AF2D-28B5B91ED715}"/>
              </a:ext>
            </a:extLst>
          </p:cNvPr>
          <p:cNvSpPr>
            <a:spLocks noGrp="1"/>
          </p:cNvSpPr>
          <p:nvPr>
            <p:ph idx="15" hasCustomPrompt="1"/>
          </p:nvPr>
        </p:nvSpPr>
        <p:spPr>
          <a:xfrm>
            <a:off x="1309370" y="1903728"/>
            <a:ext cx="3445566" cy="495389"/>
          </a:xfrm>
        </p:spPr>
        <p:txBody>
          <a:bodyPr lIns="0" tIns="0" rIns="0" bIns="0" anchor="ctr">
            <a:noAutofit/>
          </a:bodyPr>
          <a:lstStyle>
            <a:lvl1pPr marL="0" indent="0" algn="r">
              <a:buNone/>
              <a:defRPr sz="1800" b="1" cap="all" baseline="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Topic 01 comes here</a:t>
            </a:r>
          </a:p>
        </p:txBody>
      </p:sp>
      <p:sp>
        <p:nvSpPr>
          <p:cNvPr id="23" name="Content Placeholder 2">
            <a:extLst>
              <a:ext uri="{FF2B5EF4-FFF2-40B4-BE49-F238E27FC236}">
                <a16:creationId xmlns:a16="http://schemas.microsoft.com/office/drawing/2014/main" id="{E5123CE7-2F8A-489B-BD99-0C2A33ADF49A}"/>
              </a:ext>
            </a:extLst>
          </p:cNvPr>
          <p:cNvSpPr>
            <a:spLocks noGrp="1"/>
          </p:cNvSpPr>
          <p:nvPr>
            <p:ph idx="19" hasCustomPrompt="1"/>
          </p:nvPr>
        </p:nvSpPr>
        <p:spPr>
          <a:xfrm>
            <a:off x="7327918" y="1648186"/>
            <a:ext cx="4074002" cy="2834508"/>
          </a:xfrm>
        </p:spPr>
        <p:txBody>
          <a:bodyPr lIns="0" tIns="0" rIns="0" bIns="0" anchor="b">
            <a:no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25" name="Content Placeholder 2">
            <a:extLst>
              <a:ext uri="{FF2B5EF4-FFF2-40B4-BE49-F238E27FC236}">
                <a16:creationId xmlns:a16="http://schemas.microsoft.com/office/drawing/2014/main" id="{07730BCF-AC2A-4FEC-8F01-63964DB444CF}"/>
              </a:ext>
            </a:extLst>
          </p:cNvPr>
          <p:cNvSpPr>
            <a:spLocks noGrp="1"/>
          </p:cNvSpPr>
          <p:nvPr>
            <p:ph idx="20" hasCustomPrompt="1"/>
          </p:nvPr>
        </p:nvSpPr>
        <p:spPr>
          <a:xfrm>
            <a:off x="7475709" y="4963450"/>
            <a:ext cx="3445566" cy="495389"/>
          </a:xfrm>
        </p:spPr>
        <p:txBody>
          <a:bodyPr lIns="0" tIns="0" rIns="0" bIns="0" anchor="ctr">
            <a:noAutofit/>
          </a:bodyPr>
          <a:lstStyle>
            <a:lvl1pPr marL="0" indent="0" algn="l">
              <a:buNone/>
              <a:defRPr sz="1800" b="1" cap="all" baseline="0">
                <a:solidFill>
                  <a:schemeClr val="accent3"/>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Topic 02 comes here</a:t>
            </a:r>
          </a:p>
        </p:txBody>
      </p:sp>
      <p:sp>
        <p:nvSpPr>
          <p:cNvPr id="21" name="Oval 20">
            <a:extLst>
              <a:ext uri="{FF2B5EF4-FFF2-40B4-BE49-F238E27FC236}">
                <a16:creationId xmlns:a16="http://schemas.microsoft.com/office/drawing/2014/main" id="{919C8692-230B-D543-A7F7-4FD61B04D1C6}"/>
              </a:ext>
            </a:extLst>
          </p:cNvPr>
          <p:cNvSpPr>
            <a:spLocks noChangeAspect="1"/>
          </p:cNvSpPr>
          <p:nvPr userDrawn="1"/>
        </p:nvSpPr>
        <p:spPr>
          <a:xfrm>
            <a:off x="5084763" y="1652762"/>
            <a:ext cx="1001899" cy="1001899"/>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Picture Placeholder 11">
            <a:extLst>
              <a:ext uri="{FF2B5EF4-FFF2-40B4-BE49-F238E27FC236}">
                <a16:creationId xmlns:a16="http://schemas.microsoft.com/office/drawing/2014/main" id="{E150BFC7-A11D-CC46-B5A2-8BD93C269506}"/>
              </a:ext>
            </a:extLst>
          </p:cNvPr>
          <p:cNvSpPr>
            <a:spLocks noGrp="1"/>
          </p:cNvSpPr>
          <p:nvPr>
            <p:ph type="pic" sz="quarter" idx="21" hasCustomPrompt="1"/>
          </p:nvPr>
        </p:nvSpPr>
        <p:spPr>
          <a:xfrm>
            <a:off x="5282969" y="1850968"/>
            <a:ext cx="605487" cy="605487"/>
          </a:xfrm>
          <a:prstGeom prst="rect">
            <a:avLst/>
          </a:prstGeom>
          <a:noFill/>
        </p:spPr>
        <p:txBody>
          <a:bodyPr lIns="0" rIns="0" anchor="ctr">
            <a:normAutofit/>
          </a:bodyPr>
          <a:lstStyle>
            <a:lvl1pPr marL="0" indent="0" algn="ctr">
              <a:buNone/>
              <a:defRPr sz="1100">
                <a:solidFill>
                  <a:schemeClr val="bg1"/>
                </a:solidFill>
              </a:defRPr>
            </a:lvl1pPr>
          </a:lstStyle>
          <a:p>
            <a:r>
              <a:rPr lang="en-US" noProof="0" dirty="0"/>
              <a:t>icon</a:t>
            </a:r>
          </a:p>
        </p:txBody>
      </p:sp>
      <p:sp>
        <p:nvSpPr>
          <p:cNvPr id="28" name="Oval 27">
            <a:extLst>
              <a:ext uri="{FF2B5EF4-FFF2-40B4-BE49-F238E27FC236}">
                <a16:creationId xmlns:a16="http://schemas.microsoft.com/office/drawing/2014/main" id="{F95B55F4-B501-3440-8904-A1C7F049CBE8}"/>
              </a:ext>
            </a:extLst>
          </p:cNvPr>
          <p:cNvSpPr>
            <a:spLocks noChangeAspect="1"/>
          </p:cNvSpPr>
          <p:nvPr userDrawn="1"/>
        </p:nvSpPr>
        <p:spPr>
          <a:xfrm>
            <a:off x="6100576" y="4707907"/>
            <a:ext cx="1001899" cy="1001899"/>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Picture Placeholder 11">
            <a:extLst>
              <a:ext uri="{FF2B5EF4-FFF2-40B4-BE49-F238E27FC236}">
                <a16:creationId xmlns:a16="http://schemas.microsoft.com/office/drawing/2014/main" id="{F2116994-BE3E-6A43-9C15-E71BA8EC821F}"/>
              </a:ext>
            </a:extLst>
          </p:cNvPr>
          <p:cNvSpPr>
            <a:spLocks noGrp="1"/>
          </p:cNvSpPr>
          <p:nvPr>
            <p:ph type="pic" sz="quarter" idx="22" hasCustomPrompt="1"/>
          </p:nvPr>
        </p:nvSpPr>
        <p:spPr>
          <a:xfrm>
            <a:off x="6298782" y="4906113"/>
            <a:ext cx="605487" cy="605487"/>
          </a:xfrm>
          <a:prstGeom prst="rect">
            <a:avLst/>
          </a:prstGeom>
          <a:noFill/>
        </p:spPr>
        <p:txBody>
          <a:bodyPr lIns="0" rIns="0" anchor="ctr">
            <a:normAutofit/>
          </a:bodyPr>
          <a:lstStyle>
            <a:lvl1pPr marL="0" indent="0" algn="ctr">
              <a:buNone/>
              <a:defRPr sz="1100">
                <a:solidFill>
                  <a:schemeClr val="bg1"/>
                </a:solidFill>
              </a:defRPr>
            </a:lvl1pPr>
          </a:lstStyle>
          <a:p>
            <a:r>
              <a:rPr lang="en-US" noProof="0" dirty="0"/>
              <a:t>icon</a:t>
            </a:r>
          </a:p>
        </p:txBody>
      </p:sp>
    </p:spTree>
    <p:extLst>
      <p:ext uri="{BB962C8B-B14F-4D97-AF65-F5344CB8AC3E}">
        <p14:creationId xmlns:p14="http://schemas.microsoft.com/office/powerpoint/2010/main" val="891400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4B31150-A166-4DB3-A898-2154C9665891}"/>
              </a:ext>
            </a:extLst>
          </p:cNvPr>
          <p:cNvGrpSpPr/>
          <p:nvPr userDrawn="1"/>
        </p:nvGrpSpPr>
        <p:grpSpPr>
          <a:xfrm rot="8650774" flipH="1" flipV="1">
            <a:off x="7430044" y="-1843126"/>
            <a:ext cx="4436224" cy="5482435"/>
            <a:chOff x="11114088" y="2241550"/>
            <a:chExt cx="1905000" cy="2354263"/>
          </a:xfrm>
          <a:solidFill>
            <a:schemeClr val="bg2">
              <a:alpha val="53000"/>
            </a:schemeClr>
          </a:solidFill>
        </p:grpSpPr>
        <p:sp>
          <p:nvSpPr>
            <p:cNvPr id="12" name="Freeform 5">
              <a:extLst>
                <a:ext uri="{FF2B5EF4-FFF2-40B4-BE49-F238E27FC236}">
                  <a16:creationId xmlns:a16="http://schemas.microsoft.com/office/drawing/2014/main" id="{1C1A95BC-42CA-4166-918D-DF4306881408}"/>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3" name="Freeform 6">
              <a:extLst>
                <a:ext uri="{FF2B5EF4-FFF2-40B4-BE49-F238E27FC236}">
                  <a16:creationId xmlns:a16="http://schemas.microsoft.com/office/drawing/2014/main" id="{4B4D5F91-2158-4A30-B83C-5CC9CC6E5D4F}"/>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4" name="Freeform 7">
              <a:extLst>
                <a:ext uri="{FF2B5EF4-FFF2-40B4-BE49-F238E27FC236}">
                  <a16:creationId xmlns:a16="http://schemas.microsoft.com/office/drawing/2014/main" id="{C509E5D6-79CC-4E1D-AAF4-C6F28F3C1777}"/>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6" name="Title 1">
            <a:extLst>
              <a:ext uri="{FF2B5EF4-FFF2-40B4-BE49-F238E27FC236}">
                <a16:creationId xmlns:a16="http://schemas.microsoft.com/office/drawing/2014/main" id="{B70E2287-0F7B-4DD3-A805-DB19BBF3C716}"/>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
        <p:nvSpPr>
          <p:cNvPr id="7" name="Rectangle 6">
            <a:extLst>
              <a:ext uri="{FF2B5EF4-FFF2-40B4-BE49-F238E27FC236}">
                <a16:creationId xmlns:a16="http://schemas.microsoft.com/office/drawing/2014/main" id="{8DCE74CE-BEFF-42B3-BF3E-C41B1B1F1EE4}"/>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pic>
        <p:nvPicPr>
          <p:cNvPr id="8" name="Picture 7">
            <a:extLst>
              <a:ext uri="{FF2B5EF4-FFF2-40B4-BE49-F238E27FC236}">
                <a16:creationId xmlns:a16="http://schemas.microsoft.com/office/drawing/2014/main" id="{8B0944B4-FE4A-459A-85B1-3476FE6C4C4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9" name="Oval 8">
            <a:extLst>
              <a:ext uri="{FF2B5EF4-FFF2-40B4-BE49-F238E27FC236}">
                <a16:creationId xmlns:a16="http://schemas.microsoft.com/office/drawing/2014/main" id="{1B26B4BC-3D52-4C1C-85FB-226F0B5201F1}"/>
              </a:ext>
            </a:extLst>
          </p:cNvPr>
          <p:cNvSpPr/>
          <p:nvPr userDrawn="1"/>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Slide Number Placeholder 5">
            <a:extLst>
              <a:ext uri="{FF2B5EF4-FFF2-40B4-BE49-F238E27FC236}">
                <a16:creationId xmlns:a16="http://schemas.microsoft.com/office/drawing/2014/main" id="{CEC6B25A-6AA2-46A7-84BE-5C907CA51B02}"/>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Tree>
    <p:extLst>
      <p:ext uri="{BB962C8B-B14F-4D97-AF65-F5344CB8AC3E}">
        <p14:creationId xmlns:p14="http://schemas.microsoft.com/office/powerpoint/2010/main" val="1564760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Slide">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431CD316-21C7-4FA9-A45A-374D6AE71ED5}"/>
              </a:ext>
            </a:extLst>
          </p:cNvPr>
          <p:cNvGrpSpPr/>
          <p:nvPr userDrawn="1"/>
        </p:nvGrpSpPr>
        <p:grpSpPr>
          <a:xfrm rot="8650774" flipH="1" flipV="1">
            <a:off x="7430044" y="-1843126"/>
            <a:ext cx="4436224" cy="5482435"/>
            <a:chOff x="11114088" y="2241550"/>
            <a:chExt cx="1905000" cy="2354263"/>
          </a:xfrm>
          <a:solidFill>
            <a:schemeClr val="bg2">
              <a:alpha val="53000"/>
            </a:schemeClr>
          </a:solidFill>
        </p:grpSpPr>
        <p:sp>
          <p:nvSpPr>
            <p:cNvPr id="36" name="Freeform 5">
              <a:extLst>
                <a:ext uri="{FF2B5EF4-FFF2-40B4-BE49-F238E27FC236}">
                  <a16:creationId xmlns:a16="http://schemas.microsoft.com/office/drawing/2014/main" id="{E107D9FB-3967-4583-A9DA-6787AF71202C}"/>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37" name="Freeform 6">
              <a:extLst>
                <a:ext uri="{FF2B5EF4-FFF2-40B4-BE49-F238E27FC236}">
                  <a16:creationId xmlns:a16="http://schemas.microsoft.com/office/drawing/2014/main" id="{138D5FEB-37FF-4F26-B625-CE2BE91FF21B}"/>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38" name="Freeform 7">
              <a:extLst>
                <a:ext uri="{FF2B5EF4-FFF2-40B4-BE49-F238E27FC236}">
                  <a16:creationId xmlns:a16="http://schemas.microsoft.com/office/drawing/2014/main" id="{6C2B67E8-673C-422C-B021-296E2E2B952D}"/>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23" name="Oval 22">
            <a:extLst>
              <a:ext uri="{FF2B5EF4-FFF2-40B4-BE49-F238E27FC236}">
                <a16:creationId xmlns:a16="http://schemas.microsoft.com/office/drawing/2014/main" id="{687010E4-ADF2-486D-8DF7-B0FF38C6DADF}"/>
              </a:ext>
            </a:extLst>
          </p:cNvPr>
          <p:cNvSpPr/>
          <p:nvPr userDrawn="1"/>
        </p:nvSpPr>
        <p:spPr>
          <a:xfrm>
            <a:off x="954140" y="1698469"/>
            <a:ext cx="1729332"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Oval 23">
            <a:extLst>
              <a:ext uri="{FF2B5EF4-FFF2-40B4-BE49-F238E27FC236}">
                <a16:creationId xmlns:a16="http://schemas.microsoft.com/office/drawing/2014/main" id="{9159AA79-2237-4A27-BBC2-D44032158D19}"/>
              </a:ext>
            </a:extLst>
          </p:cNvPr>
          <p:cNvSpPr/>
          <p:nvPr userDrawn="1"/>
        </p:nvSpPr>
        <p:spPr>
          <a:xfrm>
            <a:off x="3807539" y="1698469"/>
            <a:ext cx="1729332"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Oval 24">
            <a:extLst>
              <a:ext uri="{FF2B5EF4-FFF2-40B4-BE49-F238E27FC236}">
                <a16:creationId xmlns:a16="http://schemas.microsoft.com/office/drawing/2014/main" id="{0272B962-9566-42D2-B4C3-E7AA81884A83}"/>
              </a:ext>
            </a:extLst>
          </p:cNvPr>
          <p:cNvSpPr/>
          <p:nvPr userDrawn="1"/>
        </p:nvSpPr>
        <p:spPr>
          <a:xfrm>
            <a:off x="6646275" y="1698469"/>
            <a:ext cx="1729332"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19733285-016C-4C38-816C-83D30C075C70}"/>
              </a:ext>
            </a:extLst>
          </p:cNvPr>
          <p:cNvSpPr/>
          <p:nvPr userDrawn="1"/>
        </p:nvSpPr>
        <p:spPr>
          <a:xfrm>
            <a:off x="9498658" y="1698469"/>
            <a:ext cx="1729332"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EF40DBA4-AB63-4B47-B37F-BCC3D59B5392}"/>
              </a:ext>
            </a:extLst>
          </p:cNvPr>
          <p:cNvSpPr/>
          <p:nvPr userDrawn="1"/>
        </p:nvSpPr>
        <p:spPr>
          <a:xfrm>
            <a:off x="4011967" y="1778212"/>
            <a:ext cx="1320476"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33EF0AFB-D099-4FF1-8963-7DA87268867F}"/>
              </a:ext>
            </a:extLst>
          </p:cNvPr>
          <p:cNvSpPr/>
          <p:nvPr userDrawn="1"/>
        </p:nvSpPr>
        <p:spPr>
          <a:xfrm>
            <a:off x="6850703" y="1778212"/>
            <a:ext cx="1320476"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21">
            <a:extLst>
              <a:ext uri="{FF2B5EF4-FFF2-40B4-BE49-F238E27FC236}">
                <a16:creationId xmlns:a16="http://schemas.microsoft.com/office/drawing/2014/main" id="{6872C96E-9AF3-4FA0-8180-C213C7F2209E}"/>
              </a:ext>
            </a:extLst>
          </p:cNvPr>
          <p:cNvSpPr/>
          <p:nvPr userDrawn="1"/>
        </p:nvSpPr>
        <p:spPr>
          <a:xfrm>
            <a:off x="9703086" y="1778212"/>
            <a:ext cx="1320476"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3A08BE29-CFA5-4E0D-9DBE-A430AE1B8072}"/>
              </a:ext>
            </a:extLst>
          </p:cNvPr>
          <p:cNvSpPr/>
          <p:nvPr userDrawn="1"/>
        </p:nvSpPr>
        <p:spPr>
          <a:xfrm>
            <a:off x="1158568" y="1778212"/>
            <a:ext cx="1320476"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Title 1">
            <a:extLst>
              <a:ext uri="{FF2B5EF4-FFF2-40B4-BE49-F238E27FC236}">
                <a16:creationId xmlns:a16="http://schemas.microsoft.com/office/drawing/2014/main" id="{B70E2287-0F7B-4DD3-A805-DB19BBF3C716}"/>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
        <p:nvSpPr>
          <p:cNvPr id="7" name="Rectangle 6">
            <a:extLst>
              <a:ext uri="{FF2B5EF4-FFF2-40B4-BE49-F238E27FC236}">
                <a16:creationId xmlns:a16="http://schemas.microsoft.com/office/drawing/2014/main" id="{8DCE74CE-BEFF-42B3-BF3E-C41B1B1F1EE4}"/>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pic>
        <p:nvPicPr>
          <p:cNvPr id="8" name="Picture 7">
            <a:extLst>
              <a:ext uri="{FF2B5EF4-FFF2-40B4-BE49-F238E27FC236}">
                <a16:creationId xmlns:a16="http://schemas.microsoft.com/office/drawing/2014/main" id="{8B0944B4-FE4A-459A-85B1-3476FE6C4C4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9" name="Oval 8">
            <a:extLst>
              <a:ext uri="{FF2B5EF4-FFF2-40B4-BE49-F238E27FC236}">
                <a16:creationId xmlns:a16="http://schemas.microsoft.com/office/drawing/2014/main" id="{1B26B4BC-3D52-4C1C-85FB-226F0B5201F1}"/>
              </a:ext>
            </a:extLst>
          </p:cNvPr>
          <p:cNvSpPr/>
          <p:nvPr userDrawn="1"/>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Slide Number Placeholder 5">
            <a:extLst>
              <a:ext uri="{FF2B5EF4-FFF2-40B4-BE49-F238E27FC236}">
                <a16:creationId xmlns:a16="http://schemas.microsoft.com/office/drawing/2014/main" id="{CEC6B25A-6AA2-46A7-84BE-5C907CA51B02}"/>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3" name="Picture Placeholder 2">
            <a:extLst>
              <a:ext uri="{FF2B5EF4-FFF2-40B4-BE49-F238E27FC236}">
                <a16:creationId xmlns:a16="http://schemas.microsoft.com/office/drawing/2014/main" id="{B1B995BE-66C2-4379-885F-4BE069DA39E4}"/>
              </a:ext>
            </a:extLst>
          </p:cNvPr>
          <p:cNvSpPr>
            <a:spLocks noGrp="1"/>
          </p:cNvSpPr>
          <p:nvPr>
            <p:ph type="pic" sz="quarter" idx="13"/>
          </p:nvPr>
        </p:nvSpPr>
        <p:spPr>
          <a:xfrm>
            <a:off x="1103638" y="1848535"/>
            <a:ext cx="1430337" cy="1430337"/>
          </a:xfrm>
          <a:prstGeom prst="ellipse">
            <a:avLst/>
          </a:prstGeom>
          <a:solidFill>
            <a:schemeClr val="bg2"/>
          </a:solidFill>
        </p:spPr>
        <p:txBody>
          <a:bodyPr anchor="ctr">
            <a:normAutofit/>
          </a:bodyPr>
          <a:lstStyle>
            <a:lvl1pPr marL="0" indent="0" algn="ctr">
              <a:buNone/>
              <a:defRPr sz="2000"/>
            </a:lvl1pPr>
          </a:lstStyle>
          <a:p>
            <a:r>
              <a:rPr lang="en-US" noProof="0"/>
              <a:t>Click icon to add picture</a:t>
            </a:r>
            <a:endParaRPr lang="en-US" noProof="0" dirty="0"/>
          </a:p>
        </p:txBody>
      </p:sp>
      <p:sp>
        <p:nvSpPr>
          <p:cNvPr id="11" name="Picture Placeholder 2">
            <a:extLst>
              <a:ext uri="{FF2B5EF4-FFF2-40B4-BE49-F238E27FC236}">
                <a16:creationId xmlns:a16="http://schemas.microsoft.com/office/drawing/2014/main" id="{9B56B6C6-9F3C-4E80-BBAD-280E697B895C}"/>
              </a:ext>
            </a:extLst>
          </p:cNvPr>
          <p:cNvSpPr>
            <a:spLocks noGrp="1"/>
          </p:cNvSpPr>
          <p:nvPr>
            <p:ph type="pic" sz="quarter" idx="14"/>
          </p:nvPr>
        </p:nvSpPr>
        <p:spPr>
          <a:xfrm>
            <a:off x="3957037" y="1848535"/>
            <a:ext cx="1430337" cy="1430337"/>
          </a:xfrm>
          <a:prstGeom prst="ellipse">
            <a:avLst/>
          </a:prstGeom>
          <a:solidFill>
            <a:schemeClr val="bg2"/>
          </a:solidFill>
        </p:spPr>
        <p:txBody>
          <a:bodyPr anchor="ctr">
            <a:normAutofit/>
          </a:bodyPr>
          <a:lstStyle>
            <a:lvl1pPr marL="0" indent="0" algn="ctr">
              <a:buNone/>
              <a:defRPr sz="2000"/>
            </a:lvl1pPr>
          </a:lstStyle>
          <a:p>
            <a:r>
              <a:rPr lang="en-US" noProof="0"/>
              <a:t>Click icon to add picture</a:t>
            </a:r>
            <a:endParaRPr lang="en-US" noProof="0" dirty="0"/>
          </a:p>
        </p:txBody>
      </p:sp>
      <p:sp>
        <p:nvSpPr>
          <p:cNvPr id="12" name="Picture Placeholder 2">
            <a:extLst>
              <a:ext uri="{FF2B5EF4-FFF2-40B4-BE49-F238E27FC236}">
                <a16:creationId xmlns:a16="http://schemas.microsoft.com/office/drawing/2014/main" id="{54704160-1ED7-4B90-8963-0F887C73E94D}"/>
              </a:ext>
            </a:extLst>
          </p:cNvPr>
          <p:cNvSpPr>
            <a:spLocks noGrp="1"/>
          </p:cNvSpPr>
          <p:nvPr>
            <p:ph type="pic" sz="quarter" idx="15"/>
          </p:nvPr>
        </p:nvSpPr>
        <p:spPr>
          <a:xfrm>
            <a:off x="6795773" y="1848535"/>
            <a:ext cx="1430337" cy="1430337"/>
          </a:xfrm>
          <a:prstGeom prst="ellipse">
            <a:avLst/>
          </a:prstGeom>
          <a:solidFill>
            <a:schemeClr val="bg2"/>
          </a:solidFill>
        </p:spPr>
        <p:txBody>
          <a:bodyPr anchor="ctr">
            <a:normAutofit/>
          </a:bodyPr>
          <a:lstStyle>
            <a:lvl1pPr marL="0" indent="0" algn="ctr">
              <a:buNone/>
              <a:defRPr sz="2000"/>
            </a:lvl1pPr>
          </a:lstStyle>
          <a:p>
            <a:r>
              <a:rPr lang="en-US" noProof="0"/>
              <a:t>Click icon to add picture</a:t>
            </a:r>
            <a:endParaRPr lang="en-US" noProof="0" dirty="0"/>
          </a:p>
        </p:txBody>
      </p:sp>
      <p:sp>
        <p:nvSpPr>
          <p:cNvPr id="13" name="Picture Placeholder 2">
            <a:extLst>
              <a:ext uri="{FF2B5EF4-FFF2-40B4-BE49-F238E27FC236}">
                <a16:creationId xmlns:a16="http://schemas.microsoft.com/office/drawing/2014/main" id="{36610597-6A76-4A06-82A5-A8FFC5BAEA0F}"/>
              </a:ext>
            </a:extLst>
          </p:cNvPr>
          <p:cNvSpPr>
            <a:spLocks noGrp="1"/>
          </p:cNvSpPr>
          <p:nvPr>
            <p:ph type="pic" sz="quarter" idx="16"/>
          </p:nvPr>
        </p:nvSpPr>
        <p:spPr>
          <a:xfrm>
            <a:off x="9648156" y="1848535"/>
            <a:ext cx="1430337" cy="1430337"/>
          </a:xfrm>
          <a:prstGeom prst="ellipse">
            <a:avLst/>
          </a:prstGeom>
          <a:solidFill>
            <a:schemeClr val="bg2"/>
          </a:solidFill>
        </p:spPr>
        <p:txBody>
          <a:bodyPr anchor="ctr">
            <a:normAutofit/>
          </a:bodyPr>
          <a:lstStyle>
            <a:lvl1pPr marL="0" indent="0" algn="ctr">
              <a:buNone/>
              <a:defRPr sz="2000"/>
            </a:lvl1pPr>
          </a:lstStyle>
          <a:p>
            <a:r>
              <a:rPr lang="en-US" noProof="0"/>
              <a:t>Click icon to add picture</a:t>
            </a:r>
            <a:endParaRPr lang="en-US" noProof="0" dirty="0"/>
          </a:p>
        </p:txBody>
      </p:sp>
      <p:sp>
        <p:nvSpPr>
          <p:cNvPr id="27" name="Content Placeholder 2">
            <a:extLst>
              <a:ext uri="{FF2B5EF4-FFF2-40B4-BE49-F238E27FC236}">
                <a16:creationId xmlns:a16="http://schemas.microsoft.com/office/drawing/2014/main" id="{FF56D2E5-86E4-473A-A62F-B7029E5B2558}"/>
              </a:ext>
            </a:extLst>
          </p:cNvPr>
          <p:cNvSpPr>
            <a:spLocks noGrp="1"/>
          </p:cNvSpPr>
          <p:nvPr>
            <p:ph idx="1"/>
          </p:nvPr>
        </p:nvSpPr>
        <p:spPr>
          <a:xfrm>
            <a:off x="524454" y="4052306"/>
            <a:ext cx="2588705" cy="1749005"/>
          </a:xfrm>
        </p:spPr>
        <p:txBody>
          <a:bodyPr lIns="0" tIns="0" rIns="0" bIns="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Click to edit Master text styles</a:t>
            </a:r>
          </a:p>
        </p:txBody>
      </p:sp>
      <p:sp>
        <p:nvSpPr>
          <p:cNvPr id="28" name="Content Placeholder 2">
            <a:extLst>
              <a:ext uri="{FF2B5EF4-FFF2-40B4-BE49-F238E27FC236}">
                <a16:creationId xmlns:a16="http://schemas.microsoft.com/office/drawing/2014/main" id="{93934E34-6CC7-492D-9515-EBEC72EFF4CB}"/>
              </a:ext>
            </a:extLst>
          </p:cNvPr>
          <p:cNvSpPr>
            <a:spLocks noGrp="1"/>
          </p:cNvSpPr>
          <p:nvPr>
            <p:ph idx="17" hasCustomPrompt="1"/>
          </p:nvPr>
        </p:nvSpPr>
        <p:spPr>
          <a:xfrm>
            <a:off x="524454" y="3539268"/>
            <a:ext cx="2588705" cy="495389"/>
          </a:xfrm>
        </p:spPr>
        <p:txBody>
          <a:bodyPr lIns="0" tIns="0" rIns="0" bIns="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Executive 01</a:t>
            </a:r>
          </a:p>
        </p:txBody>
      </p:sp>
      <p:sp>
        <p:nvSpPr>
          <p:cNvPr id="29" name="Content Placeholder 2">
            <a:extLst>
              <a:ext uri="{FF2B5EF4-FFF2-40B4-BE49-F238E27FC236}">
                <a16:creationId xmlns:a16="http://schemas.microsoft.com/office/drawing/2014/main" id="{E4E27467-A1AA-4773-AAB5-A96267FBD712}"/>
              </a:ext>
            </a:extLst>
          </p:cNvPr>
          <p:cNvSpPr>
            <a:spLocks noGrp="1"/>
          </p:cNvSpPr>
          <p:nvPr>
            <p:ph idx="18"/>
          </p:nvPr>
        </p:nvSpPr>
        <p:spPr>
          <a:xfrm>
            <a:off x="3377853" y="4052306"/>
            <a:ext cx="2588705" cy="1749005"/>
          </a:xfrm>
        </p:spPr>
        <p:txBody>
          <a:bodyPr lIns="0" tIns="0" rIns="0" bIns="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Click to edit Master text styles</a:t>
            </a:r>
          </a:p>
        </p:txBody>
      </p:sp>
      <p:sp>
        <p:nvSpPr>
          <p:cNvPr id="30" name="Content Placeholder 2">
            <a:extLst>
              <a:ext uri="{FF2B5EF4-FFF2-40B4-BE49-F238E27FC236}">
                <a16:creationId xmlns:a16="http://schemas.microsoft.com/office/drawing/2014/main" id="{6CABD5EB-4A8B-448B-8ED1-B8B420815B2D}"/>
              </a:ext>
            </a:extLst>
          </p:cNvPr>
          <p:cNvSpPr>
            <a:spLocks noGrp="1"/>
          </p:cNvSpPr>
          <p:nvPr>
            <p:ph idx="19" hasCustomPrompt="1"/>
          </p:nvPr>
        </p:nvSpPr>
        <p:spPr>
          <a:xfrm>
            <a:off x="3377853" y="3539268"/>
            <a:ext cx="2588705" cy="495389"/>
          </a:xfrm>
        </p:spPr>
        <p:txBody>
          <a:bodyPr lIns="0" tIns="0" rIns="0" bIns="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Executive 01</a:t>
            </a:r>
          </a:p>
        </p:txBody>
      </p:sp>
      <p:sp>
        <p:nvSpPr>
          <p:cNvPr id="31" name="Content Placeholder 2">
            <a:extLst>
              <a:ext uri="{FF2B5EF4-FFF2-40B4-BE49-F238E27FC236}">
                <a16:creationId xmlns:a16="http://schemas.microsoft.com/office/drawing/2014/main" id="{0D86883C-E501-47FF-AE1A-E9CE8B71B421}"/>
              </a:ext>
            </a:extLst>
          </p:cNvPr>
          <p:cNvSpPr>
            <a:spLocks noGrp="1"/>
          </p:cNvSpPr>
          <p:nvPr>
            <p:ph idx="20"/>
          </p:nvPr>
        </p:nvSpPr>
        <p:spPr>
          <a:xfrm>
            <a:off x="6216589" y="4052306"/>
            <a:ext cx="2588705" cy="1749005"/>
          </a:xfrm>
        </p:spPr>
        <p:txBody>
          <a:bodyPr lIns="0" tIns="0" rIns="0" bIns="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Click to edit Master text styles</a:t>
            </a:r>
          </a:p>
        </p:txBody>
      </p:sp>
      <p:sp>
        <p:nvSpPr>
          <p:cNvPr id="32" name="Content Placeholder 2">
            <a:extLst>
              <a:ext uri="{FF2B5EF4-FFF2-40B4-BE49-F238E27FC236}">
                <a16:creationId xmlns:a16="http://schemas.microsoft.com/office/drawing/2014/main" id="{3683A037-F698-4CC9-904D-F377D71F690F}"/>
              </a:ext>
            </a:extLst>
          </p:cNvPr>
          <p:cNvSpPr>
            <a:spLocks noGrp="1"/>
          </p:cNvSpPr>
          <p:nvPr>
            <p:ph idx="21" hasCustomPrompt="1"/>
          </p:nvPr>
        </p:nvSpPr>
        <p:spPr>
          <a:xfrm>
            <a:off x="6216589" y="3539268"/>
            <a:ext cx="2588705" cy="495389"/>
          </a:xfrm>
        </p:spPr>
        <p:txBody>
          <a:bodyPr lIns="0" tIns="0" rIns="0" bIns="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Executive 01</a:t>
            </a:r>
          </a:p>
        </p:txBody>
      </p:sp>
      <p:sp>
        <p:nvSpPr>
          <p:cNvPr id="33" name="Content Placeholder 2">
            <a:extLst>
              <a:ext uri="{FF2B5EF4-FFF2-40B4-BE49-F238E27FC236}">
                <a16:creationId xmlns:a16="http://schemas.microsoft.com/office/drawing/2014/main" id="{0A095594-2B82-44ED-8C9B-DA7C4D3D2872}"/>
              </a:ext>
            </a:extLst>
          </p:cNvPr>
          <p:cNvSpPr>
            <a:spLocks noGrp="1"/>
          </p:cNvSpPr>
          <p:nvPr>
            <p:ph idx="22"/>
          </p:nvPr>
        </p:nvSpPr>
        <p:spPr>
          <a:xfrm>
            <a:off x="9068972" y="4052306"/>
            <a:ext cx="2588705" cy="1749005"/>
          </a:xfrm>
        </p:spPr>
        <p:txBody>
          <a:bodyPr lIns="0" tIns="0" rIns="0" bIns="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Click to edit Master text styles</a:t>
            </a:r>
          </a:p>
        </p:txBody>
      </p:sp>
      <p:sp>
        <p:nvSpPr>
          <p:cNvPr id="34" name="Content Placeholder 2">
            <a:extLst>
              <a:ext uri="{FF2B5EF4-FFF2-40B4-BE49-F238E27FC236}">
                <a16:creationId xmlns:a16="http://schemas.microsoft.com/office/drawing/2014/main" id="{54CDD46A-22ED-48F5-9B5F-13B1B5C4B320}"/>
              </a:ext>
            </a:extLst>
          </p:cNvPr>
          <p:cNvSpPr>
            <a:spLocks noGrp="1"/>
          </p:cNvSpPr>
          <p:nvPr>
            <p:ph idx="23" hasCustomPrompt="1"/>
          </p:nvPr>
        </p:nvSpPr>
        <p:spPr>
          <a:xfrm>
            <a:off x="9068972" y="3539268"/>
            <a:ext cx="2588705" cy="495389"/>
          </a:xfrm>
        </p:spPr>
        <p:txBody>
          <a:bodyPr lIns="0" tIns="0" rIns="0" bIns="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Executive 01</a:t>
            </a:r>
          </a:p>
        </p:txBody>
      </p:sp>
    </p:spTree>
    <p:extLst>
      <p:ext uri="{BB962C8B-B14F-4D97-AF65-F5344CB8AC3E}">
        <p14:creationId xmlns:p14="http://schemas.microsoft.com/office/powerpoint/2010/main" val="3876503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ank You 01">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9758E15-A93D-4FB9-843D-1490E27A151B}"/>
              </a:ext>
            </a:extLst>
          </p:cNvPr>
          <p:cNvSpPr>
            <a:spLocks noGrp="1"/>
          </p:cNvSpPr>
          <p:nvPr>
            <p:ph type="subTitle" idx="1" hasCustomPrompt="1"/>
          </p:nvPr>
        </p:nvSpPr>
        <p:spPr>
          <a:xfrm>
            <a:off x="7002130" y="4484691"/>
            <a:ext cx="4540440" cy="503167"/>
          </a:xfrm>
        </p:spPr>
        <p:txBody>
          <a:bodyPr>
            <a:noAutofit/>
          </a:bodyPr>
          <a:lstStyle>
            <a:lvl1pPr marL="0" indent="0" algn="l">
              <a:buNone/>
              <a:defRPr sz="16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email</a:t>
            </a:r>
          </a:p>
        </p:txBody>
      </p:sp>
      <p:sp>
        <p:nvSpPr>
          <p:cNvPr id="13" name="Picture Placeholder 12">
            <a:extLst>
              <a:ext uri="{FF2B5EF4-FFF2-40B4-BE49-F238E27FC236}">
                <a16:creationId xmlns:a16="http://schemas.microsoft.com/office/drawing/2014/main" id="{BCCC559D-0EC3-432C-B397-6897B366DF36}"/>
              </a:ext>
            </a:extLst>
          </p:cNvPr>
          <p:cNvSpPr>
            <a:spLocks noGrp="1"/>
          </p:cNvSpPr>
          <p:nvPr>
            <p:ph type="pic" sz="quarter" idx="10"/>
          </p:nvPr>
        </p:nvSpPr>
        <p:spPr>
          <a:xfrm>
            <a:off x="710812" y="728545"/>
            <a:ext cx="5305661" cy="5305661"/>
          </a:xfrm>
          <a:prstGeom prst="ellipse">
            <a:avLst/>
          </a:prstGeom>
          <a:solidFill>
            <a:schemeClr val="bg2"/>
          </a:solidFill>
        </p:spPr>
        <p:txBody>
          <a:bodyPr anchor="ctr"/>
          <a:lstStyle>
            <a:lvl1pPr marL="0" indent="0" algn="ctr">
              <a:buNone/>
              <a:defRPr/>
            </a:lvl1pPr>
          </a:lstStyle>
          <a:p>
            <a:r>
              <a:rPr lang="en-US" noProof="0"/>
              <a:t>Click icon to add picture</a:t>
            </a:r>
            <a:endParaRPr lang="en-US" noProof="0" dirty="0"/>
          </a:p>
        </p:txBody>
      </p:sp>
      <p:grpSp>
        <p:nvGrpSpPr>
          <p:cNvPr id="14" name="Group 13">
            <a:extLst>
              <a:ext uri="{FF2B5EF4-FFF2-40B4-BE49-F238E27FC236}">
                <a16:creationId xmlns:a16="http://schemas.microsoft.com/office/drawing/2014/main" id="{0DC2055F-AE3F-46BE-B57E-A0F1A86D1C36}"/>
              </a:ext>
            </a:extLst>
          </p:cNvPr>
          <p:cNvGrpSpPr/>
          <p:nvPr userDrawn="1"/>
        </p:nvGrpSpPr>
        <p:grpSpPr>
          <a:xfrm>
            <a:off x="-1728305" y="-2049517"/>
            <a:ext cx="8917229" cy="10769768"/>
            <a:chOff x="11114088" y="2241550"/>
            <a:chExt cx="1905000" cy="2354263"/>
          </a:xfrm>
          <a:solidFill>
            <a:schemeClr val="bg2">
              <a:alpha val="91000"/>
            </a:schemeClr>
          </a:solidFill>
        </p:grpSpPr>
        <p:sp>
          <p:nvSpPr>
            <p:cNvPr id="15" name="Freeform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6" name="Freeform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pic>
        <p:nvPicPr>
          <p:cNvPr id="9" name="Picture 8">
            <a:extLst>
              <a:ext uri="{FF2B5EF4-FFF2-40B4-BE49-F238E27FC236}">
                <a16:creationId xmlns:a16="http://schemas.microsoft.com/office/drawing/2014/main" id="{4FE28ACC-E44C-4381-B768-0310810E78D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372999" y="1844881"/>
            <a:ext cx="1745251" cy="673365"/>
          </a:xfrm>
          <a:prstGeom prst="rect">
            <a:avLst/>
          </a:prstGeom>
        </p:spPr>
      </p:pic>
      <p:cxnSp>
        <p:nvCxnSpPr>
          <p:cNvPr id="5" name="Straight Connector 4">
            <a:extLst>
              <a:ext uri="{FF2B5EF4-FFF2-40B4-BE49-F238E27FC236}">
                <a16:creationId xmlns:a16="http://schemas.microsoft.com/office/drawing/2014/main" id="{819AFA09-F4B1-493D-BCAD-FF30C20CD1AA}"/>
              </a:ext>
            </a:extLst>
          </p:cNvPr>
          <p:cNvCxnSpPr/>
          <p:nvPr userDrawn="1"/>
        </p:nvCxnSpPr>
        <p:spPr>
          <a:xfrm>
            <a:off x="6469778" y="4233582"/>
            <a:ext cx="2532336"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4E0FBE0E-A6B0-483E-93DD-5C20DA069DBC}"/>
              </a:ext>
            </a:extLst>
          </p:cNvPr>
          <p:cNvSpPr>
            <a:spLocks noGrp="1"/>
          </p:cNvSpPr>
          <p:nvPr>
            <p:ph type="body" sz="quarter" idx="11" hasCustomPrompt="1"/>
          </p:nvPr>
        </p:nvSpPr>
        <p:spPr>
          <a:xfrm>
            <a:off x="7002320" y="5012635"/>
            <a:ext cx="4533900" cy="503238"/>
          </a:xfrm>
        </p:spPr>
        <p:txBody>
          <a:bodyPr vert="horz" lIns="91440" tIns="45720" rIns="91440" bIns="45720" rtlCol="0">
            <a:noAutofit/>
          </a:bodyPr>
          <a:lstStyle>
            <a:lvl1pPr marL="0" indent="0">
              <a:buNone/>
              <a:defRPr lang="en-US" sz="1600" b="0" cap="all" baseline="0" dirty="0" smtClean="0"/>
            </a:lvl1pPr>
          </a:lstStyle>
          <a:p>
            <a:pPr marL="228600" lvl="0" indent="-228600"/>
            <a:r>
              <a:rPr lang="en-US" noProof="0" dirty="0"/>
              <a:t>Website </a:t>
            </a:r>
            <a:r>
              <a:rPr lang="en-US" noProof="0" dirty="0" err="1"/>
              <a:t>url</a:t>
            </a:r>
            <a:r>
              <a:rPr lang="en-US" noProof="0" dirty="0"/>
              <a:t> here</a:t>
            </a:r>
          </a:p>
        </p:txBody>
      </p:sp>
      <p:pic>
        <p:nvPicPr>
          <p:cNvPr id="17" name="Graphic 16" descr="Envelope">
            <a:extLst>
              <a:ext uri="{FF2B5EF4-FFF2-40B4-BE49-F238E27FC236}">
                <a16:creationId xmlns:a16="http://schemas.microsoft.com/office/drawing/2014/main" id="{E5B30B87-6C2E-48F1-9026-E4F6BEA1CFE7}"/>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541475" y="4452337"/>
            <a:ext cx="387795" cy="387795"/>
          </a:xfrm>
          <a:prstGeom prst="rect">
            <a:avLst/>
          </a:prstGeom>
        </p:spPr>
      </p:pic>
      <p:pic>
        <p:nvPicPr>
          <p:cNvPr id="18" name="Graphic 17" descr="Network">
            <a:extLst>
              <a:ext uri="{FF2B5EF4-FFF2-40B4-BE49-F238E27FC236}">
                <a16:creationId xmlns:a16="http://schemas.microsoft.com/office/drawing/2014/main" id="{2DA3CFE0-4ED8-4345-A158-94E70F463E99}"/>
              </a:ext>
            </a:extLst>
          </p:cNvPr>
          <p:cNvPicPr>
            <a:picLocks noChangeAspect="1"/>
          </p:cNvPicPr>
          <p:nvPr userDrawn="1"/>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522084" y="4925640"/>
            <a:ext cx="426575" cy="426575"/>
          </a:xfrm>
          <a:prstGeom prst="rect">
            <a:avLst/>
          </a:prstGeom>
        </p:spPr>
      </p:pic>
      <p:sp>
        <p:nvSpPr>
          <p:cNvPr id="2" name="Title 1">
            <a:extLst>
              <a:ext uri="{FF2B5EF4-FFF2-40B4-BE49-F238E27FC236}">
                <a16:creationId xmlns:a16="http://schemas.microsoft.com/office/drawing/2014/main" id="{2CE9908F-CF81-43F9-880A-401D0C0FB2ED}"/>
              </a:ext>
            </a:extLst>
          </p:cNvPr>
          <p:cNvSpPr>
            <a:spLocks noGrp="1"/>
          </p:cNvSpPr>
          <p:nvPr>
            <p:ph type="title"/>
          </p:nvPr>
        </p:nvSpPr>
        <p:spPr>
          <a:xfrm>
            <a:off x="6469778" y="3429000"/>
            <a:ext cx="5011410" cy="651448"/>
          </a:xfrm>
          <a:noFill/>
        </p:spPr>
        <p:txBody>
          <a:bodyPr wrap="square" rtlCol="0">
            <a:noAutofit/>
          </a:bodyPr>
          <a:lstStyle>
            <a:lvl1pPr>
              <a:defRPr lang="en-US" sz="6000" b="1" cap="all" baseline="0">
                <a:solidFill>
                  <a:schemeClr val="accent1"/>
                </a:solidFill>
                <a:ea typeface="+mn-ea"/>
                <a:cs typeface="+mn-cs"/>
              </a:defRPr>
            </a:lvl1pPr>
          </a:lstStyle>
          <a:p>
            <a:pPr marL="0" lvl="0"/>
            <a:r>
              <a:rPr lang="en-US" noProof="0"/>
              <a:t>Click to edit Master title style</a:t>
            </a:r>
            <a:endParaRPr lang="en-US" noProof="0" dirty="0"/>
          </a:p>
        </p:txBody>
      </p:sp>
    </p:spTree>
    <p:extLst>
      <p:ext uri="{BB962C8B-B14F-4D97-AF65-F5344CB8AC3E}">
        <p14:creationId xmlns:p14="http://schemas.microsoft.com/office/powerpoint/2010/main" val="637136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_0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299464-ED20-4919-8B3A-2CFAE8DA2347}"/>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Picture Placeholder 12">
            <a:extLst>
              <a:ext uri="{FF2B5EF4-FFF2-40B4-BE49-F238E27FC236}">
                <a16:creationId xmlns:a16="http://schemas.microsoft.com/office/drawing/2014/main" id="{BCCC559D-0EC3-432C-B397-6897B366DF36}"/>
              </a:ext>
            </a:extLst>
          </p:cNvPr>
          <p:cNvSpPr>
            <a:spLocks noGrp="1"/>
          </p:cNvSpPr>
          <p:nvPr>
            <p:ph type="pic" sz="quarter" idx="10"/>
          </p:nvPr>
        </p:nvSpPr>
        <p:spPr>
          <a:xfrm>
            <a:off x="710812" y="728545"/>
            <a:ext cx="5305661" cy="5305661"/>
          </a:xfrm>
          <a:prstGeom prst="ellipse">
            <a:avLst/>
          </a:prstGeom>
          <a:solidFill>
            <a:schemeClr val="bg2"/>
          </a:solidFill>
        </p:spPr>
        <p:txBody>
          <a:bodyPr anchor="ctr"/>
          <a:lstStyle>
            <a:lvl1pPr marL="0" indent="0" algn="ctr">
              <a:buNone/>
              <a:defRPr/>
            </a:lvl1pPr>
          </a:lstStyle>
          <a:p>
            <a:r>
              <a:rPr lang="en-US" noProof="0"/>
              <a:t>Click icon to add picture</a:t>
            </a:r>
            <a:endParaRPr lang="en-US" noProof="0" dirty="0"/>
          </a:p>
        </p:txBody>
      </p:sp>
      <p:grpSp>
        <p:nvGrpSpPr>
          <p:cNvPr id="14" name="Group 13">
            <a:extLst>
              <a:ext uri="{FF2B5EF4-FFF2-40B4-BE49-F238E27FC236}">
                <a16:creationId xmlns:a16="http://schemas.microsoft.com/office/drawing/2014/main" id="{0DC2055F-AE3F-46BE-B57E-A0F1A86D1C36}"/>
              </a:ext>
            </a:extLst>
          </p:cNvPr>
          <p:cNvGrpSpPr/>
          <p:nvPr userDrawn="1"/>
        </p:nvGrpSpPr>
        <p:grpSpPr>
          <a:xfrm>
            <a:off x="-1728305" y="-2049517"/>
            <a:ext cx="8917229" cy="10769768"/>
            <a:chOff x="11114088" y="2241550"/>
            <a:chExt cx="1905000" cy="2354263"/>
          </a:xfrm>
          <a:solidFill>
            <a:schemeClr val="bg1">
              <a:alpha val="16000"/>
            </a:schemeClr>
          </a:solidFill>
        </p:grpSpPr>
        <p:sp>
          <p:nvSpPr>
            <p:cNvPr id="15" name="Freeform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6" name="Freeform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pic>
        <p:nvPicPr>
          <p:cNvPr id="9" name="Picture 8">
            <a:extLst>
              <a:ext uri="{FF2B5EF4-FFF2-40B4-BE49-F238E27FC236}">
                <a16:creationId xmlns:a16="http://schemas.microsoft.com/office/drawing/2014/main" id="{4FE28ACC-E44C-4381-B768-0310810E78D2}"/>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015850" y="391862"/>
            <a:ext cx="1745251" cy="673365"/>
          </a:xfrm>
          <a:prstGeom prst="rect">
            <a:avLst/>
          </a:prstGeom>
        </p:spPr>
      </p:pic>
      <p:cxnSp>
        <p:nvCxnSpPr>
          <p:cNvPr id="12" name="Straight Connector 11">
            <a:extLst>
              <a:ext uri="{FF2B5EF4-FFF2-40B4-BE49-F238E27FC236}">
                <a16:creationId xmlns:a16="http://schemas.microsoft.com/office/drawing/2014/main" id="{77C312F4-62C2-4903-8C4B-423A8717E481}"/>
              </a:ext>
            </a:extLst>
          </p:cNvPr>
          <p:cNvCxnSpPr/>
          <p:nvPr userDrawn="1"/>
        </p:nvCxnSpPr>
        <p:spPr>
          <a:xfrm>
            <a:off x="6469778" y="4233582"/>
            <a:ext cx="253233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9" name="Graphic 18" descr="Envelope">
            <a:extLst>
              <a:ext uri="{FF2B5EF4-FFF2-40B4-BE49-F238E27FC236}">
                <a16:creationId xmlns:a16="http://schemas.microsoft.com/office/drawing/2014/main" id="{A686352B-226C-4579-B831-0DC14EC3895E}"/>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6541475" y="4452337"/>
            <a:ext cx="387795" cy="387795"/>
          </a:xfrm>
          <a:prstGeom prst="rect">
            <a:avLst/>
          </a:prstGeom>
        </p:spPr>
      </p:pic>
      <p:pic>
        <p:nvPicPr>
          <p:cNvPr id="20" name="Graphic 19" descr="Network">
            <a:extLst>
              <a:ext uri="{FF2B5EF4-FFF2-40B4-BE49-F238E27FC236}">
                <a16:creationId xmlns:a16="http://schemas.microsoft.com/office/drawing/2014/main" id="{460C8169-012B-451A-A6C2-6FEC0DC82AFC}"/>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6522084" y="4925640"/>
            <a:ext cx="426575" cy="426575"/>
          </a:xfrm>
          <a:prstGeom prst="rect">
            <a:avLst/>
          </a:prstGeom>
        </p:spPr>
      </p:pic>
      <p:sp>
        <p:nvSpPr>
          <p:cNvPr id="21" name="Subtitle 2">
            <a:extLst>
              <a:ext uri="{FF2B5EF4-FFF2-40B4-BE49-F238E27FC236}">
                <a16:creationId xmlns:a16="http://schemas.microsoft.com/office/drawing/2014/main" id="{ADF17BC1-06CE-42EA-A970-31A7ED871AA4}"/>
              </a:ext>
            </a:extLst>
          </p:cNvPr>
          <p:cNvSpPr>
            <a:spLocks noGrp="1"/>
          </p:cNvSpPr>
          <p:nvPr>
            <p:ph type="subTitle" idx="1" hasCustomPrompt="1"/>
          </p:nvPr>
        </p:nvSpPr>
        <p:spPr>
          <a:xfrm>
            <a:off x="7002130" y="4484691"/>
            <a:ext cx="4540440" cy="503167"/>
          </a:xfrm>
        </p:spPr>
        <p:txBody>
          <a:bodyPr>
            <a:noAutofit/>
          </a:bodyPr>
          <a:lstStyle>
            <a:lvl1pPr marL="0" indent="0" algn="l">
              <a:buNone/>
              <a:defRPr sz="1600" b="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email</a:t>
            </a:r>
          </a:p>
        </p:txBody>
      </p:sp>
      <p:sp>
        <p:nvSpPr>
          <p:cNvPr id="22" name="Text Placeholder 6">
            <a:extLst>
              <a:ext uri="{FF2B5EF4-FFF2-40B4-BE49-F238E27FC236}">
                <a16:creationId xmlns:a16="http://schemas.microsoft.com/office/drawing/2014/main" id="{7035F1B3-4E91-44FF-B4E7-E5D87C7A034C}"/>
              </a:ext>
            </a:extLst>
          </p:cNvPr>
          <p:cNvSpPr>
            <a:spLocks noGrp="1"/>
          </p:cNvSpPr>
          <p:nvPr>
            <p:ph type="body" sz="quarter" idx="11" hasCustomPrompt="1"/>
          </p:nvPr>
        </p:nvSpPr>
        <p:spPr>
          <a:xfrm>
            <a:off x="7002320" y="5012635"/>
            <a:ext cx="4533900" cy="503238"/>
          </a:xfrm>
        </p:spPr>
        <p:txBody>
          <a:bodyPr vert="horz" lIns="91440" tIns="45720" rIns="91440" bIns="45720" rtlCol="0">
            <a:noAutofit/>
          </a:bodyPr>
          <a:lstStyle>
            <a:lvl1pPr marL="0" indent="0">
              <a:buNone/>
              <a:defRPr lang="en-US" sz="1600" b="0" cap="all" baseline="0" dirty="0" smtClean="0">
                <a:solidFill>
                  <a:schemeClr val="bg1"/>
                </a:solidFill>
              </a:defRPr>
            </a:lvl1pPr>
          </a:lstStyle>
          <a:p>
            <a:pPr marL="228600" lvl="0" indent="-228600"/>
            <a:r>
              <a:rPr lang="en-US" noProof="0" dirty="0"/>
              <a:t>Website </a:t>
            </a:r>
            <a:r>
              <a:rPr lang="en-US" noProof="0" dirty="0" err="1"/>
              <a:t>url</a:t>
            </a:r>
            <a:r>
              <a:rPr lang="en-US" noProof="0" dirty="0"/>
              <a:t> here</a:t>
            </a:r>
          </a:p>
        </p:txBody>
      </p:sp>
      <p:sp>
        <p:nvSpPr>
          <p:cNvPr id="18" name="Title 1">
            <a:extLst>
              <a:ext uri="{FF2B5EF4-FFF2-40B4-BE49-F238E27FC236}">
                <a16:creationId xmlns:a16="http://schemas.microsoft.com/office/drawing/2014/main" id="{525B5135-F466-4A63-A42C-3BB2BAA7D24D}"/>
              </a:ext>
            </a:extLst>
          </p:cNvPr>
          <p:cNvSpPr>
            <a:spLocks noGrp="1"/>
          </p:cNvSpPr>
          <p:nvPr>
            <p:ph type="title"/>
          </p:nvPr>
        </p:nvSpPr>
        <p:spPr>
          <a:xfrm>
            <a:off x="6469778" y="3158641"/>
            <a:ext cx="5011410" cy="921807"/>
          </a:xfrm>
          <a:noFill/>
        </p:spPr>
        <p:txBody>
          <a:bodyPr wrap="square" rtlCol="0">
            <a:noAutofit/>
          </a:bodyPr>
          <a:lstStyle>
            <a:lvl1pPr>
              <a:defRPr lang="en-US" sz="6000" b="1" cap="all" baseline="0" dirty="0">
                <a:solidFill>
                  <a:schemeClr val="bg1"/>
                </a:solidFill>
                <a:ea typeface="+mn-ea"/>
                <a:cs typeface="+mn-cs"/>
              </a:defRPr>
            </a:lvl1pPr>
          </a:lstStyle>
          <a:p>
            <a:pPr marL="0" lvl="0"/>
            <a:r>
              <a:rPr lang="en-US" noProof="0"/>
              <a:t>Click to edit Master title style</a:t>
            </a:r>
            <a:endParaRPr lang="en-US" noProof="0" dirty="0"/>
          </a:p>
        </p:txBody>
      </p:sp>
    </p:spTree>
    <p:extLst>
      <p:ext uri="{BB962C8B-B14F-4D97-AF65-F5344CB8AC3E}">
        <p14:creationId xmlns:p14="http://schemas.microsoft.com/office/powerpoint/2010/main" val="8101070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333">
          <p15:clr>
            <a:srgbClr val="FBAE40"/>
          </p15:clr>
        </p15:guide>
        <p15:guide id="4" pos="36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299464-ED20-4919-8B3A-2CFAE8DA2347}"/>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Oval 5">
            <a:extLst>
              <a:ext uri="{FF2B5EF4-FFF2-40B4-BE49-F238E27FC236}">
                <a16:creationId xmlns:a16="http://schemas.microsoft.com/office/drawing/2014/main" id="{1F54E98B-AC75-484D-9121-68498EB888AA}"/>
              </a:ext>
            </a:extLst>
          </p:cNvPr>
          <p:cNvSpPr/>
          <p:nvPr userDrawn="1"/>
        </p:nvSpPr>
        <p:spPr>
          <a:xfrm>
            <a:off x="754010" y="708293"/>
            <a:ext cx="5334029" cy="5334029"/>
          </a:xfrm>
          <a:prstGeom prst="ellipse">
            <a:avLst/>
          </a:prstGeom>
          <a:solidFill>
            <a:schemeClr val="bg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2456FD49-C258-4333-9422-358C976A341C}"/>
              </a:ext>
            </a:extLst>
          </p:cNvPr>
          <p:cNvSpPr>
            <a:spLocks noGrp="1"/>
          </p:cNvSpPr>
          <p:nvPr>
            <p:ph type="ctrTitle" hasCustomPrompt="1"/>
          </p:nvPr>
        </p:nvSpPr>
        <p:spPr>
          <a:xfrm>
            <a:off x="6343650" y="2173288"/>
            <a:ext cx="5143500" cy="2090808"/>
          </a:xfrm>
        </p:spPr>
        <p:txBody>
          <a:bodyPr anchor="b">
            <a:noAutofit/>
          </a:bodyPr>
          <a:lstStyle>
            <a:lvl1pPr algn="l">
              <a:defRPr sz="5400" b="1" cap="all" baseline="0">
                <a:solidFill>
                  <a:schemeClr val="bg1"/>
                </a:solidFill>
                <a:latin typeface="+mj-lt"/>
              </a:defRPr>
            </a:lvl1pPr>
          </a:lstStyle>
          <a:p>
            <a:r>
              <a:rPr lang="en-US" noProof="0" dirty="0"/>
              <a:t>Title comes here</a:t>
            </a:r>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343650" y="4279971"/>
            <a:ext cx="5143500" cy="503167"/>
          </a:xfrm>
        </p:spPr>
        <p:txBody>
          <a:bodyPr>
            <a:noAutofit/>
          </a:bodyPr>
          <a:lstStyle>
            <a:lvl1pPr marL="0" indent="0" algn="l">
              <a:buNone/>
              <a:defRPr sz="1800" b="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grpSp>
        <p:nvGrpSpPr>
          <p:cNvPr id="14" name="Group 13">
            <a:extLst>
              <a:ext uri="{FF2B5EF4-FFF2-40B4-BE49-F238E27FC236}">
                <a16:creationId xmlns:a16="http://schemas.microsoft.com/office/drawing/2014/main" id="{0DC2055F-AE3F-46BE-B57E-A0F1A86D1C36}"/>
              </a:ext>
            </a:extLst>
          </p:cNvPr>
          <p:cNvGrpSpPr/>
          <p:nvPr userDrawn="1"/>
        </p:nvGrpSpPr>
        <p:grpSpPr>
          <a:xfrm>
            <a:off x="-1728305" y="-2049517"/>
            <a:ext cx="8917229" cy="10769768"/>
            <a:chOff x="11114088" y="2241550"/>
            <a:chExt cx="1905000" cy="2354263"/>
          </a:xfrm>
          <a:solidFill>
            <a:schemeClr val="bg1">
              <a:alpha val="16000"/>
            </a:schemeClr>
          </a:solidFill>
        </p:grpSpPr>
        <p:sp>
          <p:nvSpPr>
            <p:cNvPr id="15" name="Freeform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6" name="Freeform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pic>
        <p:nvPicPr>
          <p:cNvPr id="9" name="Picture 8">
            <a:extLst>
              <a:ext uri="{FF2B5EF4-FFF2-40B4-BE49-F238E27FC236}">
                <a16:creationId xmlns:a16="http://schemas.microsoft.com/office/drawing/2014/main" id="{4FE28ACC-E44C-4381-B768-0310810E78D2}"/>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015850" y="391862"/>
            <a:ext cx="1745251" cy="673365"/>
          </a:xfrm>
          <a:prstGeom prst="rect">
            <a:avLst/>
          </a:prstGeom>
        </p:spPr>
      </p:pic>
      <p:cxnSp>
        <p:nvCxnSpPr>
          <p:cNvPr id="5" name="Straight Connector 4">
            <a:extLst>
              <a:ext uri="{FF2B5EF4-FFF2-40B4-BE49-F238E27FC236}">
                <a16:creationId xmlns:a16="http://schemas.microsoft.com/office/drawing/2014/main" id="{819AFA09-F4B1-493D-BCAD-FF30C20CD1AA}"/>
              </a:ext>
            </a:extLst>
          </p:cNvPr>
          <p:cNvCxnSpPr/>
          <p:nvPr userDrawn="1"/>
        </p:nvCxnSpPr>
        <p:spPr>
          <a:xfrm>
            <a:off x="6469778" y="4233582"/>
            <a:ext cx="253233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90578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333">
          <p15:clr>
            <a:srgbClr val="FBAE40"/>
          </p15:clr>
        </p15:guide>
        <p15:guide id="4" pos="36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9087E09-D75F-4E26-B01E-A1A09BA2EA70}"/>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AF7A70B7-7ADE-4E0B-B956-363B0B1AA613}"/>
              </a:ext>
            </a:extLst>
          </p:cNvPr>
          <p:cNvSpPr>
            <a:spLocks noGrp="1"/>
          </p:cNvSpPr>
          <p:nvPr>
            <p:ph type="title"/>
          </p:nvPr>
        </p:nvSpPr>
        <p:spPr>
          <a:xfrm>
            <a:off x="831850" y="182563"/>
            <a:ext cx="10515600" cy="940181"/>
          </a:xfrm>
        </p:spPr>
        <p:txBody>
          <a:bodyPr anchor="b">
            <a:noAutofit/>
          </a:bodyPr>
          <a:lstStyle>
            <a:lvl1pPr algn="ctr">
              <a:defRPr sz="4000" b="1" cap="all" baseline="0">
                <a:solidFill>
                  <a:schemeClr val="bg1"/>
                </a:solidFill>
              </a:defRPr>
            </a:lvl1pPr>
          </a:lstStyle>
          <a:p>
            <a:r>
              <a:rPr lang="en-US" noProof="0"/>
              <a:t>Click to edit Master title style</a:t>
            </a:r>
            <a:endParaRPr lang="en-US" noProof="0" dirty="0"/>
          </a:p>
        </p:txBody>
      </p:sp>
      <p:pic>
        <p:nvPicPr>
          <p:cNvPr id="8" name="Picture 7">
            <a:extLst>
              <a:ext uri="{FF2B5EF4-FFF2-40B4-BE49-F238E27FC236}">
                <a16:creationId xmlns:a16="http://schemas.microsoft.com/office/drawing/2014/main" id="{25FC40B0-ED27-47E5-A3C2-32A8418567EE}"/>
              </a:ext>
            </a:extLst>
          </p:cNvPr>
          <p:cNvPicPr>
            <a:picLocks noChangeAspect="1"/>
          </p:cNvPicPr>
          <p:nvPr userDrawn="1"/>
        </p:nvPicPr>
        <p:blipFill>
          <a:blip r:embed="rId2">
            <a:biLevel thresh="25000"/>
            <a:extLst>
              <a:ext uri="{28A0092B-C50C-407E-A947-70E740481C1C}">
                <a14:useLocalDpi xmlns:a14="http://schemas.microsoft.com/office/drawing/2010/main"/>
              </a:ext>
            </a:extLst>
          </a:blip>
          <a:stretch>
            <a:fillRect/>
          </a:stretch>
        </p:blipFill>
        <p:spPr>
          <a:xfrm>
            <a:off x="469638" y="6260507"/>
            <a:ext cx="1075427" cy="414929"/>
          </a:xfrm>
          <a:prstGeom prst="rect">
            <a:avLst/>
          </a:prstGeom>
        </p:spPr>
      </p:pic>
      <p:sp>
        <p:nvSpPr>
          <p:cNvPr id="11" name="Oval 10">
            <a:extLst>
              <a:ext uri="{FF2B5EF4-FFF2-40B4-BE49-F238E27FC236}">
                <a16:creationId xmlns:a16="http://schemas.microsoft.com/office/drawing/2014/main" id="{8931D2A9-0B92-4197-8802-80424C14EA7E}"/>
              </a:ext>
            </a:extLst>
          </p:cNvPr>
          <p:cNvSpPr/>
          <p:nvPr userDrawn="1"/>
        </p:nvSpPr>
        <p:spPr>
          <a:xfrm>
            <a:off x="11371669" y="6409397"/>
            <a:ext cx="280051" cy="2800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Slide Number Placeholder 5">
            <a:extLst>
              <a:ext uri="{FF2B5EF4-FFF2-40B4-BE49-F238E27FC236}">
                <a16:creationId xmlns:a16="http://schemas.microsoft.com/office/drawing/2014/main" id="{533B74B0-30B9-45C2-9AE6-45D1978AAFAE}"/>
              </a:ext>
            </a:extLst>
          </p:cNvPr>
          <p:cNvSpPr>
            <a:spLocks noGrp="1"/>
          </p:cNvSpPr>
          <p:nvPr>
            <p:ph type="sldNum" sz="quarter" idx="12"/>
          </p:nvPr>
        </p:nvSpPr>
        <p:spPr>
          <a:xfrm>
            <a:off x="11363696" y="6455739"/>
            <a:ext cx="294460" cy="187367"/>
          </a:xfrm>
        </p:spPr>
        <p:txBody>
          <a:bodyPr lIns="0" tIns="0" rIns="0" bIns="0"/>
          <a:lstStyle>
            <a:lvl1pPr algn="ctr">
              <a:defRPr sz="900">
                <a:solidFill>
                  <a:srgbClr val="2C567A"/>
                </a:solidFill>
                <a:latin typeface="+mn-lt"/>
              </a:defRPr>
            </a:lvl1pPr>
          </a:lstStyle>
          <a:p>
            <a:fld id="{9EC71654-96A5-4280-94F3-931C61A9F92C}" type="slidenum">
              <a:rPr lang="en-US" noProof="0" smtClean="0"/>
              <a:pPr/>
              <a:t>‹#›</a:t>
            </a:fld>
            <a:endParaRPr lang="en-US" noProof="0" dirty="0"/>
          </a:p>
        </p:txBody>
      </p:sp>
      <p:grpSp>
        <p:nvGrpSpPr>
          <p:cNvPr id="4" name="Group 3">
            <a:extLst>
              <a:ext uri="{FF2B5EF4-FFF2-40B4-BE49-F238E27FC236}">
                <a16:creationId xmlns:a16="http://schemas.microsoft.com/office/drawing/2014/main" id="{AD5251EA-F450-4DD1-995B-DC89513424C8}"/>
              </a:ext>
            </a:extLst>
          </p:cNvPr>
          <p:cNvGrpSpPr/>
          <p:nvPr userDrawn="1"/>
        </p:nvGrpSpPr>
        <p:grpSpPr>
          <a:xfrm rot="16200000">
            <a:off x="1637386" y="1473117"/>
            <a:ext cx="8917229" cy="10769768"/>
            <a:chOff x="-1728305" y="-2049517"/>
            <a:chExt cx="8917229" cy="10769768"/>
          </a:xfrm>
        </p:grpSpPr>
        <p:sp>
          <p:nvSpPr>
            <p:cNvPr id="17" name="Oval 16">
              <a:extLst>
                <a:ext uri="{FF2B5EF4-FFF2-40B4-BE49-F238E27FC236}">
                  <a16:creationId xmlns:a16="http://schemas.microsoft.com/office/drawing/2014/main" id="{44882F4E-E8C8-46FE-A9C8-7B79782767F6}"/>
                </a:ext>
              </a:extLst>
            </p:cNvPr>
            <p:cNvSpPr/>
            <p:nvPr userDrawn="1"/>
          </p:nvSpPr>
          <p:spPr>
            <a:xfrm>
              <a:off x="754010" y="708293"/>
              <a:ext cx="5334029" cy="5334029"/>
            </a:xfrm>
            <a:prstGeom prst="ellipse">
              <a:avLst/>
            </a:prstGeom>
            <a:solidFill>
              <a:schemeClr val="bg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8" name="Group 17">
              <a:extLst>
                <a:ext uri="{FF2B5EF4-FFF2-40B4-BE49-F238E27FC236}">
                  <a16:creationId xmlns:a16="http://schemas.microsoft.com/office/drawing/2014/main" id="{965CD13B-04FB-40D5-AF62-2F43CF49BA9B}"/>
                </a:ext>
              </a:extLst>
            </p:cNvPr>
            <p:cNvGrpSpPr/>
            <p:nvPr userDrawn="1"/>
          </p:nvGrpSpPr>
          <p:grpSpPr>
            <a:xfrm>
              <a:off x="-1728305" y="-2049517"/>
              <a:ext cx="8917229" cy="10769768"/>
              <a:chOff x="11114088" y="2241550"/>
              <a:chExt cx="1905000" cy="2354263"/>
            </a:xfrm>
            <a:solidFill>
              <a:schemeClr val="bg1">
                <a:alpha val="16000"/>
              </a:schemeClr>
            </a:solidFill>
          </p:grpSpPr>
          <p:sp>
            <p:nvSpPr>
              <p:cNvPr id="19" name="Freeform 5">
                <a:extLst>
                  <a:ext uri="{FF2B5EF4-FFF2-40B4-BE49-F238E27FC236}">
                    <a16:creationId xmlns:a16="http://schemas.microsoft.com/office/drawing/2014/main" id="{01876F8F-C11E-4FB2-8150-1F0602752F97}"/>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0" name="Freeform 6">
                <a:extLst>
                  <a:ext uri="{FF2B5EF4-FFF2-40B4-BE49-F238E27FC236}">
                    <a16:creationId xmlns:a16="http://schemas.microsoft.com/office/drawing/2014/main" id="{08A1D05F-5F61-4156-8C83-1A002AA1E886}"/>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grpSp>
      <p:sp>
        <p:nvSpPr>
          <p:cNvPr id="21" name="Text Placeholder 2">
            <a:extLst>
              <a:ext uri="{FF2B5EF4-FFF2-40B4-BE49-F238E27FC236}">
                <a16:creationId xmlns:a16="http://schemas.microsoft.com/office/drawing/2014/main" id="{4D77C47B-CC1E-41DA-9146-5DFD63065491}"/>
              </a:ext>
            </a:extLst>
          </p:cNvPr>
          <p:cNvSpPr>
            <a:spLocks noGrp="1"/>
          </p:cNvSpPr>
          <p:nvPr>
            <p:ph type="body" idx="1"/>
          </p:nvPr>
        </p:nvSpPr>
        <p:spPr>
          <a:xfrm>
            <a:off x="831850" y="1153348"/>
            <a:ext cx="10515600" cy="648543"/>
          </a:xfrm>
        </p:spPr>
        <p:txBody>
          <a:bodyPr>
            <a:normAutofit/>
          </a:bodyPr>
          <a:lstStyle>
            <a:lvl1pPr marL="0" indent="0" algn="ctr">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42265441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60E0B501-22AA-4685-BE9B-A267F6F675A7}"/>
              </a:ext>
            </a:extLst>
          </p:cNvPr>
          <p:cNvGrpSpPr/>
          <p:nvPr userDrawn="1"/>
        </p:nvGrpSpPr>
        <p:grpSpPr>
          <a:xfrm rot="8650774" flipH="1" flipV="1">
            <a:off x="7430044" y="-1843126"/>
            <a:ext cx="4436224" cy="5482435"/>
            <a:chOff x="11114088" y="2241550"/>
            <a:chExt cx="1905000" cy="2354263"/>
          </a:xfrm>
          <a:solidFill>
            <a:schemeClr val="bg2">
              <a:alpha val="53000"/>
            </a:schemeClr>
          </a:solidFill>
        </p:grpSpPr>
        <p:sp>
          <p:nvSpPr>
            <p:cNvPr id="24" name="Freeform 5">
              <a:extLst>
                <a:ext uri="{FF2B5EF4-FFF2-40B4-BE49-F238E27FC236}">
                  <a16:creationId xmlns:a16="http://schemas.microsoft.com/office/drawing/2014/main" id="{5D0E179E-CA3D-4874-9ACD-F8990F48F4BF}"/>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5" name="Freeform 6">
              <a:extLst>
                <a:ext uri="{FF2B5EF4-FFF2-40B4-BE49-F238E27FC236}">
                  <a16:creationId xmlns:a16="http://schemas.microsoft.com/office/drawing/2014/main" id="{A9C53936-B93A-4CF6-8766-2FA93ACFEBE3}"/>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6" name="Freeform 7">
              <a:extLst>
                <a:ext uri="{FF2B5EF4-FFF2-40B4-BE49-F238E27FC236}">
                  <a16:creationId xmlns:a16="http://schemas.microsoft.com/office/drawing/2014/main" id="{5776DEA2-5422-4F51-B359-652B71274D31}"/>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27" name="Content Placeholder 2">
            <a:extLst>
              <a:ext uri="{FF2B5EF4-FFF2-40B4-BE49-F238E27FC236}">
                <a16:creationId xmlns:a16="http://schemas.microsoft.com/office/drawing/2014/main" id="{1A1F33A2-66F7-4D85-99DD-7B00F265AC6D}"/>
              </a:ext>
            </a:extLst>
          </p:cNvPr>
          <p:cNvSpPr>
            <a:spLocks noGrp="1"/>
          </p:cNvSpPr>
          <p:nvPr>
            <p:ph idx="1"/>
          </p:nvPr>
        </p:nvSpPr>
        <p:spPr>
          <a:xfrm>
            <a:off x="515938" y="1825625"/>
            <a:ext cx="10837862"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12" name="Picture 11">
            <a:extLst>
              <a:ext uri="{FF2B5EF4-FFF2-40B4-BE49-F238E27FC236}">
                <a16:creationId xmlns:a16="http://schemas.microsoft.com/office/drawing/2014/main" id="{EC2DFD46-BF74-47BA-A496-92ED1979C36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13" name="Title 1">
            <a:extLst>
              <a:ext uri="{FF2B5EF4-FFF2-40B4-BE49-F238E27FC236}">
                <a16:creationId xmlns:a16="http://schemas.microsoft.com/office/drawing/2014/main" id="{EF788279-D710-447A-9E71-4D1344575691}"/>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Tree>
    <p:extLst>
      <p:ext uri="{BB962C8B-B14F-4D97-AF65-F5344CB8AC3E}">
        <p14:creationId xmlns:p14="http://schemas.microsoft.com/office/powerpoint/2010/main" val="37897589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C2A6B906-ACDA-40FD-8AC8-0B693AB12796}"/>
              </a:ext>
            </a:extLst>
          </p:cNvPr>
          <p:cNvGrpSpPr/>
          <p:nvPr userDrawn="1"/>
        </p:nvGrpSpPr>
        <p:grpSpPr>
          <a:xfrm rot="8650774" flipH="1" flipV="1">
            <a:off x="7430044" y="-1843126"/>
            <a:ext cx="4436224" cy="5482435"/>
            <a:chOff x="11114088" y="2241550"/>
            <a:chExt cx="1905000" cy="2354263"/>
          </a:xfrm>
          <a:solidFill>
            <a:schemeClr val="bg2">
              <a:alpha val="53000"/>
            </a:schemeClr>
          </a:solidFill>
        </p:grpSpPr>
        <p:sp>
          <p:nvSpPr>
            <p:cNvPr id="19" name="Freeform 5">
              <a:extLst>
                <a:ext uri="{FF2B5EF4-FFF2-40B4-BE49-F238E27FC236}">
                  <a16:creationId xmlns:a16="http://schemas.microsoft.com/office/drawing/2014/main" id="{717F7366-5A99-4065-90C2-AE7DF5DD0F44}"/>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0" name="Freeform 6">
              <a:extLst>
                <a:ext uri="{FF2B5EF4-FFF2-40B4-BE49-F238E27FC236}">
                  <a16:creationId xmlns:a16="http://schemas.microsoft.com/office/drawing/2014/main" id="{90A089CA-63B9-4456-B0B1-17C75EBFB982}"/>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2" name="Freeform 7">
              <a:extLst>
                <a:ext uri="{FF2B5EF4-FFF2-40B4-BE49-F238E27FC236}">
                  <a16:creationId xmlns:a16="http://schemas.microsoft.com/office/drawing/2014/main" id="{8D36B2D1-BCFE-43FC-8743-7B7A30E1AD5D}"/>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14" name="Content Placeholder 2">
            <a:extLst>
              <a:ext uri="{FF2B5EF4-FFF2-40B4-BE49-F238E27FC236}">
                <a16:creationId xmlns:a16="http://schemas.microsoft.com/office/drawing/2014/main" id="{079DA8F4-EDD3-4D62-A90B-8C3C1AFB0083}"/>
              </a:ext>
            </a:extLst>
          </p:cNvPr>
          <p:cNvSpPr>
            <a:spLocks noGrp="1"/>
          </p:cNvSpPr>
          <p:nvPr>
            <p:ph sz="half" idx="1"/>
          </p:nvPr>
        </p:nvSpPr>
        <p:spPr>
          <a:xfrm>
            <a:off x="515938" y="1825625"/>
            <a:ext cx="5503862"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7" name="Content Placeholder 3">
            <a:extLst>
              <a:ext uri="{FF2B5EF4-FFF2-40B4-BE49-F238E27FC236}">
                <a16:creationId xmlns:a16="http://schemas.microsoft.com/office/drawing/2014/main" id="{DA0DA994-B4A9-447A-BEBF-3EA31D3755A2}"/>
              </a:ext>
            </a:extLst>
          </p:cNvPr>
          <p:cNvSpPr>
            <a:spLocks noGrp="1"/>
          </p:cNvSpPr>
          <p:nvPr>
            <p:ph sz="half" idx="2"/>
          </p:nvPr>
        </p:nvSpPr>
        <p:spPr>
          <a:xfrm>
            <a:off x="6172200" y="1825625"/>
            <a:ext cx="5181600"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13" name="Picture 12">
            <a:extLst>
              <a:ext uri="{FF2B5EF4-FFF2-40B4-BE49-F238E27FC236}">
                <a16:creationId xmlns:a16="http://schemas.microsoft.com/office/drawing/2014/main" id="{332150F9-14BF-4DCB-884D-49596914C29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21" name="Title 1">
            <a:extLst>
              <a:ext uri="{FF2B5EF4-FFF2-40B4-BE49-F238E27FC236}">
                <a16:creationId xmlns:a16="http://schemas.microsoft.com/office/drawing/2014/main" id="{19DEF115-82C2-4E9D-A22C-8DA561FB37B8}"/>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Tree>
    <p:extLst>
      <p:ext uri="{BB962C8B-B14F-4D97-AF65-F5344CB8AC3E}">
        <p14:creationId xmlns:p14="http://schemas.microsoft.com/office/powerpoint/2010/main" val="20929342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616F52B4-215E-4237-893C-E22B23804744}"/>
              </a:ext>
            </a:extLst>
          </p:cNvPr>
          <p:cNvGrpSpPr/>
          <p:nvPr userDrawn="1"/>
        </p:nvGrpSpPr>
        <p:grpSpPr>
          <a:xfrm rot="8650774" flipH="1" flipV="1">
            <a:off x="7430044" y="-1843126"/>
            <a:ext cx="4436224" cy="5482435"/>
            <a:chOff x="11114088" y="2241550"/>
            <a:chExt cx="1905000" cy="2354263"/>
          </a:xfrm>
          <a:solidFill>
            <a:schemeClr val="bg2">
              <a:alpha val="53000"/>
            </a:schemeClr>
          </a:solidFill>
        </p:grpSpPr>
        <p:sp>
          <p:nvSpPr>
            <p:cNvPr id="22" name="Freeform 5">
              <a:extLst>
                <a:ext uri="{FF2B5EF4-FFF2-40B4-BE49-F238E27FC236}">
                  <a16:creationId xmlns:a16="http://schemas.microsoft.com/office/drawing/2014/main" id="{B7C40C77-B795-4B07-B92D-2E8A56635773}"/>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3" name="Freeform 6">
              <a:extLst>
                <a:ext uri="{FF2B5EF4-FFF2-40B4-BE49-F238E27FC236}">
                  <a16:creationId xmlns:a16="http://schemas.microsoft.com/office/drawing/2014/main" id="{6E703A1E-5F10-4BB5-9D52-77CB6F5994C0}"/>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4" name="Freeform 7">
              <a:extLst>
                <a:ext uri="{FF2B5EF4-FFF2-40B4-BE49-F238E27FC236}">
                  <a16:creationId xmlns:a16="http://schemas.microsoft.com/office/drawing/2014/main" id="{22CEE04C-09CE-41CF-937D-EC2D3C23ECC6}"/>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14" name="Text Placeholder 2">
            <a:extLst>
              <a:ext uri="{FF2B5EF4-FFF2-40B4-BE49-F238E27FC236}">
                <a16:creationId xmlns:a16="http://schemas.microsoft.com/office/drawing/2014/main" id="{774CF4BA-8DCB-42CF-A2C4-D6AF95EE3F54}"/>
              </a:ext>
            </a:extLst>
          </p:cNvPr>
          <p:cNvSpPr>
            <a:spLocks noGrp="1"/>
          </p:cNvSpPr>
          <p:nvPr>
            <p:ph type="body" idx="1"/>
          </p:nvPr>
        </p:nvSpPr>
        <p:spPr>
          <a:xfrm>
            <a:off x="515938" y="1681163"/>
            <a:ext cx="5157787"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7" name="Content Placeholder 3">
            <a:extLst>
              <a:ext uri="{FF2B5EF4-FFF2-40B4-BE49-F238E27FC236}">
                <a16:creationId xmlns:a16="http://schemas.microsoft.com/office/drawing/2014/main" id="{67BA8B6E-A28D-4658-8C91-6CA7BD539B85}"/>
              </a:ext>
            </a:extLst>
          </p:cNvPr>
          <p:cNvSpPr>
            <a:spLocks noGrp="1"/>
          </p:cNvSpPr>
          <p:nvPr>
            <p:ph sz="half" idx="2"/>
          </p:nvPr>
        </p:nvSpPr>
        <p:spPr>
          <a:xfrm>
            <a:off x="515938" y="2505075"/>
            <a:ext cx="5157787" cy="368458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8" name="Text Placeholder 4">
            <a:extLst>
              <a:ext uri="{FF2B5EF4-FFF2-40B4-BE49-F238E27FC236}">
                <a16:creationId xmlns:a16="http://schemas.microsoft.com/office/drawing/2014/main" id="{F73B3215-82DB-4DBF-9E77-3AE2308C6920}"/>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accent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9" name="Content Placeholder 5">
            <a:extLst>
              <a:ext uri="{FF2B5EF4-FFF2-40B4-BE49-F238E27FC236}">
                <a16:creationId xmlns:a16="http://schemas.microsoft.com/office/drawing/2014/main" id="{8DFD34E8-36CC-4FFE-926B-C170208FEDB8}"/>
              </a:ext>
            </a:extLst>
          </p:cNvPr>
          <p:cNvSpPr>
            <a:spLocks noGrp="1"/>
          </p:cNvSpPr>
          <p:nvPr>
            <p:ph sz="quarter" idx="4"/>
          </p:nvPr>
        </p:nvSpPr>
        <p:spPr>
          <a:xfrm>
            <a:off x="6172200" y="2505075"/>
            <a:ext cx="5183188" cy="368458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21" name="Picture 20">
            <a:extLst>
              <a:ext uri="{FF2B5EF4-FFF2-40B4-BE49-F238E27FC236}">
                <a16:creationId xmlns:a16="http://schemas.microsoft.com/office/drawing/2014/main" id="{03383C6B-3BE4-4380-AF26-1C21492FCE8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25" name="Title 1">
            <a:extLst>
              <a:ext uri="{FF2B5EF4-FFF2-40B4-BE49-F238E27FC236}">
                <a16:creationId xmlns:a16="http://schemas.microsoft.com/office/drawing/2014/main" id="{AE3770E9-CB74-47B0-8229-91F6F756015E}"/>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Tree>
    <p:extLst>
      <p:ext uri="{BB962C8B-B14F-4D97-AF65-F5344CB8AC3E}">
        <p14:creationId xmlns:p14="http://schemas.microsoft.com/office/powerpoint/2010/main" val="24617946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57825D7-DD33-4B70-BBBE-D46E7A5352EC}"/>
              </a:ext>
            </a:extLst>
          </p:cNvPr>
          <p:cNvSpPr>
            <a:spLocks noGrp="1"/>
          </p:cNvSpPr>
          <p:nvPr>
            <p:ph type="pic" idx="1"/>
          </p:nvPr>
        </p:nvSpPr>
        <p:spPr>
          <a:xfrm>
            <a:off x="6096000" y="768485"/>
            <a:ext cx="5305662" cy="5305662"/>
          </a:xfrm>
          <a:custGeom>
            <a:avLst/>
            <a:gdLst>
              <a:gd name="connsiteX0" fmla="*/ 2652831 w 5305662"/>
              <a:gd name="connsiteY0" fmla="*/ 0 h 5305662"/>
              <a:gd name="connsiteX1" fmla="*/ 5305662 w 5305662"/>
              <a:gd name="connsiteY1" fmla="*/ 2652831 h 5305662"/>
              <a:gd name="connsiteX2" fmla="*/ 2652831 w 5305662"/>
              <a:gd name="connsiteY2" fmla="*/ 5305662 h 5305662"/>
              <a:gd name="connsiteX3" fmla="*/ 0 w 5305662"/>
              <a:gd name="connsiteY3" fmla="*/ 2652831 h 5305662"/>
              <a:gd name="connsiteX4" fmla="*/ 2652831 w 5305662"/>
              <a:gd name="connsiteY4" fmla="*/ 0 h 530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5662" h="5305662">
                <a:moveTo>
                  <a:pt x="2652831" y="0"/>
                </a:moveTo>
                <a:cubicBezTo>
                  <a:pt x="4117949" y="0"/>
                  <a:pt x="5305662" y="1187713"/>
                  <a:pt x="5305662" y="2652831"/>
                </a:cubicBezTo>
                <a:cubicBezTo>
                  <a:pt x="5305662" y="4117949"/>
                  <a:pt x="4117949" y="5305662"/>
                  <a:pt x="2652831" y="5305662"/>
                </a:cubicBezTo>
                <a:cubicBezTo>
                  <a:pt x="1187713" y="5305662"/>
                  <a:pt x="0" y="4117949"/>
                  <a:pt x="0" y="2652831"/>
                </a:cubicBezTo>
                <a:cubicBezTo>
                  <a:pt x="0" y="1187713"/>
                  <a:pt x="1187713" y="0"/>
                  <a:pt x="2652831" y="0"/>
                </a:cubicBezTo>
                <a:close/>
              </a:path>
            </a:pathLst>
          </a:custGeom>
          <a:solidFill>
            <a:schemeClr val="bg2"/>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grpSp>
        <p:nvGrpSpPr>
          <p:cNvPr id="14" name="Group 13">
            <a:extLst>
              <a:ext uri="{FF2B5EF4-FFF2-40B4-BE49-F238E27FC236}">
                <a16:creationId xmlns:a16="http://schemas.microsoft.com/office/drawing/2014/main" id="{0DC2055F-AE3F-46BE-B57E-A0F1A86D1C36}"/>
              </a:ext>
            </a:extLst>
          </p:cNvPr>
          <p:cNvGrpSpPr/>
          <p:nvPr userDrawn="1"/>
        </p:nvGrpSpPr>
        <p:grpSpPr>
          <a:xfrm flipH="1">
            <a:off x="5400786" y="-2003509"/>
            <a:ext cx="8917229" cy="10769768"/>
            <a:chOff x="11114088" y="2241550"/>
            <a:chExt cx="1905000" cy="2354263"/>
          </a:xfrm>
          <a:solidFill>
            <a:schemeClr val="bg2">
              <a:alpha val="91000"/>
            </a:schemeClr>
          </a:solidFill>
        </p:grpSpPr>
        <p:sp>
          <p:nvSpPr>
            <p:cNvPr id="15" name="Freeform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6" name="Freeform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19" name="Title 1">
            <a:extLst>
              <a:ext uri="{FF2B5EF4-FFF2-40B4-BE49-F238E27FC236}">
                <a16:creationId xmlns:a16="http://schemas.microsoft.com/office/drawing/2014/main" id="{19A1397F-1946-4CBE-9EC5-159C3CBC78B6}"/>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endParaRPr lang="en-US" noProof="0" dirty="0"/>
          </a:p>
        </p:txBody>
      </p:sp>
      <p:sp>
        <p:nvSpPr>
          <p:cNvPr id="20" name="Text Placeholder 3">
            <a:extLst>
              <a:ext uri="{FF2B5EF4-FFF2-40B4-BE49-F238E27FC236}">
                <a16:creationId xmlns:a16="http://schemas.microsoft.com/office/drawing/2014/main" id="{C535F2AB-153E-44A9-97BE-00553BEC1770}"/>
              </a:ext>
            </a:extLst>
          </p:cNvPr>
          <p:cNvSpPr>
            <a:spLocks noGrp="1"/>
          </p:cNvSpPr>
          <p:nvPr>
            <p:ph type="body" sz="half" idx="2"/>
          </p:nvPr>
        </p:nvSpPr>
        <p:spPr>
          <a:xfrm>
            <a:off x="839788" y="2057400"/>
            <a:ext cx="3932237" cy="3811588"/>
          </a:xfrm>
        </p:spPr>
        <p:txBody>
          <a:bodyPr/>
          <a:lstStyle>
            <a:lvl1pPr marL="0" indent="0">
              <a:buFont typeface="Arial" panose="020B0604020202020204" pitchFamily="34" charse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pic>
        <p:nvPicPr>
          <p:cNvPr id="8" name="Picture 7">
            <a:extLst>
              <a:ext uri="{FF2B5EF4-FFF2-40B4-BE49-F238E27FC236}">
                <a16:creationId xmlns:a16="http://schemas.microsoft.com/office/drawing/2014/main" id="{06298D65-1027-4897-A948-DCEEF8FC3D98}"/>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Tree>
    <p:extLst>
      <p:ext uri="{BB962C8B-B14F-4D97-AF65-F5344CB8AC3E}">
        <p14:creationId xmlns:p14="http://schemas.microsoft.com/office/powerpoint/2010/main" val="21071857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9F866E5C-B8AA-4805-B232-831BA01AAF16}"/>
              </a:ext>
            </a:extLst>
          </p:cNvPr>
          <p:cNvGrpSpPr/>
          <p:nvPr userDrawn="1"/>
        </p:nvGrpSpPr>
        <p:grpSpPr>
          <a:xfrm rot="8650774" flipH="1" flipV="1">
            <a:off x="7430044" y="-1843126"/>
            <a:ext cx="4436224" cy="5482435"/>
            <a:chOff x="11114088" y="2241550"/>
            <a:chExt cx="1905000" cy="2354263"/>
          </a:xfrm>
          <a:solidFill>
            <a:schemeClr val="bg2">
              <a:alpha val="53000"/>
            </a:schemeClr>
          </a:solidFill>
        </p:grpSpPr>
        <p:sp>
          <p:nvSpPr>
            <p:cNvPr id="20" name="Freeform 5">
              <a:extLst>
                <a:ext uri="{FF2B5EF4-FFF2-40B4-BE49-F238E27FC236}">
                  <a16:creationId xmlns:a16="http://schemas.microsoft.com/office/drawing/2014/main" id="{F98614F0-2DA3-4F29-8CB3-D61424AC8506}"/>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2" name="Freeform 6">
              <a:extLst>
                <a:ext uri="{FF2B5EF4-FFF2-40B4-BE49-F238E27FC236}">
                  <a16:creationId xmlns:a16="http://schemas.microsoft.com/office/drawing/2014/main" id="{66D52F08-13EC-4AB4-BB79-89A5395A03BF}"/>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3" name="Freeform 7">
              <a:extLst>
                <a:ext uri="{FF2B5EF4-FFF2-40B4-BE49-F238E27FC236}">
                  <a16:creationId xmlns:a16="http://schemas.microsoft.com/office/drawing/2014/main" id="{2544236D-8C3A-41EF-9A68-C84A8A7D0F5A}"/>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14" name="Title 1">
            <a:extLst>
              <a:ext uri="{FF2B5EF4-FFF2-40B4-BE49-F238E27FC236}">
                <a16:creationId xmlns:a16="http://schemas.microsoft.com/office/drawing/2014/main" id="{9009D5C6-6206-4291-8037-67DC025F0B4C}"/>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endParaRPr lang="en-US" noProof="0" dirty="0"/>
          </a:p>
        </p:txBody>
      </p:sp>
      <p:sp>
        <p:nvSpPr>
          <p:cNvPr id="17" name="Text Placeholder 3">
            <a:extLst>
              <a:ext uri="{FF2B5EF4-FFF2-40B4-BE49-F238E27FC236}">
                <a16:creationId xmlns:a16="http://schemas.microsoft.com/office/drawing/2014/main" id="{BEB643FD-AA85-4A43-8EBD-AFD10DD987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18" name="Content Placeholder 2">
            <a:extLst>
              <a:ext uri="{FF2B5EF4-FFF2-40B4-BE49-F238E27FC236}">
                <a16:creationId xmlns:a16="http://schemas.microsoft.com/office/drawing/2014/main" id="{9001F313-F798-43BE-AFF0-A68C84C3640D}"/>
              </a:ext>
            </a:extLst>
          </p:cNvPr>
          <p:cNvSpPr>
            <a:spLocks noGrp="1"/>
          </p:cNvSpPr>
          <p:nvPr>
            <p:ph idx="1"/>
          </p:nvPr>
        </p:nvSpPr>
        <p:spPr>
          <a:xfrm>
            <a:off x="5183188" y="457201"/>
            <a:ext cx="6172200"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13" name="Picture 12">
            <a:extLst>
              <a:ext uri="{FF2B5EF4-FFF2-40B4-BE49-F238E27FC236}">
                <a16:creationId xmlns:a16="http://schemas.microsoft.com/office/drawing/2014/main" id="{91881DEA-0ECB-4310-ADF5-4337ACB4338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Tree>
    <p:extLst>
      <p:ext uri="{BB962C8B-B14F-4D97-AF65-F5344CB8AC3E}">
        <p14:creationId xmlns:p14="http://schemas.microsoft.com/office/powerpoint/2010/main" val="3025310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C4D7FA-B85E-4477-8C62-94955B340F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1F1226BB-3E56-4E7F-8172-7EC03C9F0B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a:extLst>
              <a:ext uri="{FF2B5EF4-FFF2-40B4-BE49-F238E27FC236}">
                <a16:creationId xmlns:a16="http://schemas.microsoft.com/office/drawing/2014/main" id="{D95D08EF-72FB-4F19-9916-65815A9CA9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51F27F-98F9-A147-8986-34441C7B752D}" type="datetime1">
              <a:rPr lang="en-US" noProof="0" smtClean="0"/>
              <a:t>9/8/2023</a:t>
            </a:fld>
            <a:endParaRPr lang="en-US" noProof="0" dirty="0"/>
          </a:p>
        </p:txBody>
      </p:sp>
      <p:sp>
        <p:nvSpPr>
          <p:cNvPr id="5" name="Footer Placeholder 4">
            <a:extLst>
              <a:ext uri="{FF2B5EF4-FFF2-40B4-BE49-F238E27FC236}">
                <a16:creationId xmlns:a16="http://schemas.microsoft.com/office/drawing/2014/main" id="{1365084D-BC85-4A55-BD80-93876AD101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45FDEF23-A140-4DD6-A0D0-A86BD4DF34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C71654-96A5-4280-94F3-931C61A9F92C}" type="slidenum">
              <a:rPr lang="en-US" noProof="0" smtClean="0"/>
              <a:t>‹#›</a:t>
            </a:fld>
            <a:endParaRPr lang="en-US" noProof="0" dirty="0"/>
          </a:p>
        </p:txBody>
      </p:sp>
    </p:spTree>
    <p:extLst>
      <p:ext uri="{BB962C8B-B14F-4D97-AF65-F5344CB8AC3E}">
        <p14:creationId xmlns:p14="http://schemas.microsoft.com/office/powerpoint/2010/main" val="2347082301"/>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0" r:id="rId4"/>
    <p:sldLayoutId id="2147483661" r:id="rId5"/>
    <p:sldLayoutId id="2147483662" r:id="rId6"/>
    <p:sldLayoutId id="2147483663" r:id="rId7"/>
    <p:sldLayoutId id="2147483654" r:id="rId8"/>
    <p:sldLayoutId id="2147483664" r:id="rId9"/>
    <p:sldLayoutId id="2147483665" r:id="rId10"/>
    <p:sldLayoutId id="2147483666" r:id="rId11"/>
    <p:sldLayoutId id="2147483667" r:id="rId12"/>
    <p:sldLayoutId id="2147483668" r:id="rId13"/>
    <p:sldLayoutId id="2147483669" r:id="rId14"/>
    <p:sldLayoutId id="2147483670" r:id="rId15"/>
    <p:sldLayoutId id="2147483671" r:id="rId16"/>
    <p:sldLayoutId id="2147483672" r:id="rId17"/>
    <p:sldLayoutId id="2147483673"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25" userDrawn="1">
          <p15:clr>
            <a:srgbClr val="F26B43"/>
          </p15:clr>
        </p15:guide>
        <p15:guide id="4" pos="734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B08B8-3DB3-4637-AE23-B8DB96D9FCEC}"/>
              </a:ext>
            </a:extLst>
          </p:cNvPr>
          <p:cNvSpPr>
            <a:spLocks noGrp="1"/>
          </p:cNvSpPr>
          <p:nvPr>
            <p:ph type="ctrTitle"/>
          </p:nvPr>
        </p:nvSpPr>
        <p:spPr>
          <a:xfrm>
            <a:off x="6175529" y="1953087"/>
            <a:ext cx="5924735" cy="2311009"/>
          </a:xfrm>
        </p:spPr>
        <p:txBody>
          <a:bodyPr/>
          <a:lstStyle/>
          <a:p>
            <a:r>
              <a:rPr lang="en-US" sz="4000"/>
              <a:t>Comparison of models</a:t>
            </a:r>
            <a:br>
              <a:rPr lang="en-US" sz="4000"/>
            </a:br>
            <a:br>
              <a:rPr lang="en-US" sz="4000"/>
            </a:br>
            <a:r>
              <a:rPr lang="en-US" sz="3600"/>
              <a:t>Happiness prediction</a:t>
            </a:r>
            <a:endParaRPr lang="en-US" sz="3600" dirty="0"/>
          </a:p>
        </p:txBody>
      </p:sp>
      <p:sp>
        <p:nvSpPr>
          <p:cNvPr id="3" name="Subtitle 2">
            <a:extLst>
              <a:ext uri="{FF2B5EF4-FFF2-40B4-BE49-F238E27FC236}">
                <a16:creationId xmlns:a16="http://schemas.microsoft.com/office/drawing/2014/main" id="{2198AA37-E298-4CD8-9F0F-2123ACFD9653}"/>
              </a:ext>
            </a:extLst>
          </p:cNvPr>
          <p:cNvSpPr>
            <a:spLocks noGrp="1"/>
          </p:cNvSpPr>
          <p:nvPr>
            <p:ph type="subTitle" idx="1"/>
          </p:nvPr>
        </p:nvSpPr>
        <p:spPr>
          <a:xfrm>
            <a:off x="6243066" y="4264096"/>
            <a:ext cx="5143500" cy="827857"/>
          </a:xfrm>
        </p:spPr>
        <p:txBody>
          <a:bodyPr/>
          <a:lstStyle/>
          <a:p>
            <a:r>
              <a:rPr lang="en-US" dirty="0"/>
              <a:t>  KAVERI KARRI</a:t>
            </a:r>
          </a:p>
        </p:txBody>
      </p:sp>
      <p:pic>
        <p:nvPicPr>
          <p:cNvPr id="10" name="Picture Placeholder 9" descr="city scape">
            <a:extLst>
              <a:ext uri="{FF2B5EF4-FFF2-40B4-BE49-F238E27FC236}">
                <a16:creationId xmlns:a16="http://schemas.microsoft.com/office/drawing/2014/main" id="{ABD7F97D-15E8-4032-B615-0562046B7542}"/>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a:stretch>
            <a:fillRect/>
          </a:stretch>
        </p:blipFill>
        <p:spPr/>
      </p:pic>
      <p:sp>
        <p:nvSpPr>
          <p:cNvPr id="4" name="Rectangle 3">
            <a:extLst>
              <a:ext uri="{FF2B5EF4-FFF2-40B4-BE49-F238E27FC236}">
                <a16:creationId xmlns:a16="http://schemas.microsoft.com/office/drawing/2014/main" id="{AAA6A416-1F68-5051-B5FC-C01864629D28}"/>
              </a:ext>
            </a:extLst>
          </p:cNvPr>
          <p:cNvSpPr/>
          <p:nvPr/>
        </p:nvSpPr>
        <p:spPr>
          <a:xfrm>
            <a:off x="9995647" y="384455"/>
            <a:ext cx="1846729" cy="753035"/>
          </a:xfrm>
          <a:prstGeom prst="rect">
            <a:avLst/>
          </a:prstGeom>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671720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6856132" y="523222"/>
            <a:ext cx="3623609" cy="940181"/>
          </a:xfrm>
        </p:spPr>
        <p:txBody>
          <a:bodyPr/>
          <a:lstStyle/>
          <a:p>
            <a:r>
              <a:rPr lang="en-US"/>
              <a:t>ABSTRACT</a:t>
            </a:r>
            <a:endParaRPr lang="en-US" dirty="0"/>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6206400" y="1730188"/>
            <a:ext cx="5985600" cy="4066930"/>
          </a:xfrm>
        </p:spPr>
        <p:txBody>
          <a:bodyPr/>
          <a:lstStyle/>
          <a:p>
            <a:pPr algn="l"/>
            <a:r>
              <a:rPr lang="en-US" dirty="0"/>
              <a:t>The World Happiness Report 2015 dataset contains data on the happiness levels of people in 159 countries around the world. It includes information on a variety of factors that are thought to contribute to happiness, such as economic factors (GDP per capita), social factors (family, health, and freedom), and trust in government. The data also includes a happiness score and a happiness rank for each country. The happiness score and happiness rank are based on a poll in which people were asked to rate their overall happiness on a scale of 0 to 10. The economy, family, health, freedom, trust, and generosity columns contain various measures of those factors. Overall, the World Happiness Report 2015 dataset provides valuable insights into the factors that contribute to happiness and well-being at the national level, and can be used by researchers, policymakers, and others to better understand and promote happiness around the world.</a:t>
            </a:r>
          </a:p>
        </p:txBody>
      </p:sp>
      <p:pic>
        <p:nvPicPr>
          <p:cNvPr id="11" name="Picture Placeholder 10" descr="city skyline">
            <a:extLst>
              <a:ext uri="{FF2B5EF4-FFF2-40B4-BE49-F238E27FC236}">
                <a16:creationId xmlns:a16="http://schemas.microsoft.com/office/drawing/2014/main" id="{9D82A855-CCB0-4075-B5EE-5CC6FD176DB4}"/>
              </a:ext>
            </a:extLst>
          </p:cNvPr>
          <p:cNvPicPr>
            <a:picLocks noGrp="1" noChangeAspect="1"/>
          </p:cNvPicPr>
          <p:nvPr>
            <p:ph type="pic" sz="quarter" idx="13"/>
          </p:nvPr>
        </p:nvPicPr>
        <p:blipFill>
          <a:blip r:embed="rId3" cstate="print">
            <a:extLst>
              <a:ext uri="{28A0092B-C50C-407E-A947-70E740481C1C}">
                <a14:useLocalDpi xmlns:a14="http://schemas.microsoft.com/office/drawing/2010/main"/>
              </a:ext>
            </a:extLst>
          </a:blip>
          <a:srcRect/>
          <a:stretch>
            <a:fillRect/>
          </a:stretch>
        </p:blipFill>
        <p:spPr>
          <a:xfrm>
            <a:off x="0" y="2270375"/>
            <a:ext cx="6206400" cy="4587625"/>
          </a:xfrm>
        </p:spPr>
      </p:pic>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2</a:t>
            </a:fld>
            <a:endParaRPr lang="en-US" dirty="0"/>
          </a:p>
        </p:txBody>
      </p:sp>
    </p:spTree>
    <p:extLst>
      <p:ext uri="{BB962C8B-B14F-4D97-AF65-F5344CB8AC3E}">
        <p14:creationId xmlns:p14="http://schemas.microsoft.com/office/powerpoint/2010/main" val="3187533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6856132" y="523222"/>
            <a:ext cx="3623609" cy="940181"/>
          </a:xfrm>
        </p:spPr>
        <p:txBody>
          <a:bodyPr/>
          <a:lstStyle/>
          <a:p>
            <a:r>
              <a:rPr lang="en-US"/>
              <a:t>overview</a:t>
            </a:r>
            <a:endParaRPr lang="en-US" dirty="0"/>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6206400" y="1730188"/>
            <a:ext cx="5985600" cy="4066930"/>
          </a:xfrm>
        </p:spPr>
        <p:txBody>
          <a:bodyPr/>
          <a:lstStyle/>
          <a:p>
            <a:pPr algn="l"/>
            <a:r>
              <a:rPr lang="en-US"/>
              <a:t>This report compares the performance of various machine learning models on the World Happiness Report 2015 dataset. The models that have been compared are Logistic Regression, Neural Network, Classification Tree, Random Forest, Bagging and Boosting. The dataset contains information on the happiness levels of people in 159 countries around the world and includes a variety of factors that are thought to contribute to happiness. The models have been evaluated based on their accuracy and performance in predicting the happiness scores of countries in the dataset. The report aims to identify the most effective machine learning model for predicting happiness levels in different countries and provide insights into the factors that contribute to happiness and well-being at the national level. The results of the analysis can be used by researchers, policymakers, and others to promote happiness and well-being around the world.</a:t>
            </a:r>
            <a:endParaRPr lang="en-US" dirty="0"/>
          </a:p>
        </p:txBody>
      </p:sp>
      <p:pic>
        <p:nvPicPr>
          <p:cNvPr id="11" name="Picture Placeholder 10" descr="city skyline">
            <a:extLst>
              <a:ext uri="{FF2B5EF4-FFF2-40B4-BE49-F238E27FC236}">
                <a16:creationId xmlns:a16="http://schemas.microsoft.com/office/drawing/2014/main" id="{9D82A855-CCB0-4075-B5EE-5CC6FD176DB4}"/>
              </a:ext>
            </a:extLst>
          </p:cNvPr>
          <p:cNvPicPr>
            <a:picLocks noGrp="1" noChangeAspect="1"/>
          </p:cNvPicPr>
          <p:nvPr>
            <p:ph type="pic" sz="quarter" idx="13"/>
          </p:nvPr>
        </p:nvPicPr>
        <p:blipFill>
          <a:blip r:embed="rId3" cstate="print">
            <a:extLst>
              <a:ext uri="{28A0092B-C50C-407E-A947-70E740481C1C}">
                <a14:useLocalDpi xmlns:a14="http://schemas.microsoft.com/office/drawing/2010/main"/>
              </a:ext>
            </a:extLst>
          </a:blip>
          <a:srcRect/>
          <a:stretch>
            <a:fillRect/>
          </a:stretch>
        </p:blipFill>
        <p:spPr>
          <a:xfrm>
            <a:off x="0" y="2270375"/>
            <a:ext cx="6206400" cy="4587625"/>
          </a:xfrm>
        </p:spPr>
      </p:pic>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3</a:t>
            </a:fld>
            <a:endParaRPr lang="en-US" dirty="0"/>
          </a:p>
        </p:txBody>
      </p:sp>
    </p:spTree>
    <p:extLst>
      <p:ext uri="{BB962C8B-B14F-4D97-AF65-F5344CB8AC3E}">
        <p14:creationId xmlns:p14="http://schemas.microsoft.com/office/powerpoint/2010/main" val="2988594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8568391" y="0"/>
            <a:ext cx="3623609" cy="940181"/>
          </a:xfrm>
        </p:spPr>
        <p:txBody>
          <a:bodyPr/>
          <a:lstStyle/>
          <a:p>
            <a:r>
              <a:rPr lang="en-US" dirty="0"/>
              <a:t>DATA</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468989" y="914400"/>
            <a:ext cx="5985600" cy="357624"/>
          </a:xfrm>
        </p:spPr>
        <p:txBody>
          <a:bodyPr/>
          <a:lstStyle/>
          <a:p>
            <a:pPr algn="l"/>
            <a:r>
              <a:rPr lang="en-US" dirty="0"/>
              <a:t>.</a:t>
            </a:r>
          </a:p>
        </p:txBody>
      </p:sp>
      <p:pic>
        <p:nvPicPr>
          <p:cNvPr id="11" name="Picture Placeholder 10" descr="city skyline">
            <a:extLst>
              <a:ext uri="{FF2B5EF4-FFF2-40B4-BE49-F238E27FC236}">
                <a16:creationId xmlns:a16="http://schemas.microsoft.com/office/drawing/2014/main" id="{9D82A855-CCB0-4075-B5EE-5CC6FD176DB4}"/>
              </a:ext>
            </a:extLst>
          </p:cNvPr>
          <p:cNvPicPr>
            <a:picLocks noGrp="1" noChangeAspect="1"/>
          </p:cNvPicPr>
          <p:nvPr>
            <p:ph type="pic" sz="quarter" idx="13"/>
          </p:nvPr>
        </p:nvPicPr>
        <p:blipFill>
          <a:blip r:embed="rId3" cstate="print">
            <a:extLst>
              <a:ext uri="{28A0092B-C50C-407E-A947-70E740481C1C}">
                <a14:useLocalDpi xmlns:a14="http://schemas.microsoft.com/office/drawing/2010/main"/>
              </a:ext>
            </a:extLst>
          </a:blip>
          <a:srcRect/>
          <a:stretch>
            <a:fillRect/>
          </a:stretch>
        </p:blipFill>
        <p:spPr>
          <a:xfrm>
            <a:off x="0" y="2087812"/>
            <a:ext cx="6206400" cy="4587625"/>
          </a:xfrm>
        </p:spPr>
      </p:pic>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4</a:t>
            </a:fld>
            <a:endParaRPr lang="en-US" dirty="0"/>
          </a:p>
        </p:txBody>
      </p:sp>
      <p:graphicFrame>
        <p:nvGraphicFramePr>
          <p:cNvPr id="5" name="Table 4">
            <a:extLst>
              <a:ext uri="{FF2B5EF4-FFF2-40B4-BE49-F238E27FC236}">
                <a16:creationId xmlns:a16="http://schemas.microsoft.com/office/drawing/2014/main" id="{82A58976-55FE-ED18-1EA8-585C423BA4E3}"/>
              </a:ext>
            </a:extLst>
          </p:cNvPr>
          <p:cNvGraphicFramePr>
            <a:graphicFrameLocks noGrp="1"/>
          </p:cNvGraphicFramePr>
          <p:nvPr>
            <p:extLst>
              <p:ext uri="{D42A27DB-BD31-4B8C-83A1-F6EECF244321}">
                <p14:modId xmlns:p14="http://schemas.microsoft.com/office/powerpoint/2010/main" val="402178324"/>
              </p:ext>
            </p:extLst>
          </p:nvPr>
        </p:nvGraphicFramePr>
        <p:xfrm>
          <a:off x="6454589" y="2702840"/>
          <a:ext cx="5305426" cy="3357567"/>
        </p:xfrm>
        <a:graphic>
          <a:graphicData uri="http://schemas.openxmlformats.org/drawingml/2006/table">
            <a:tbl>
              <a:tblPr firstRow="1" firstCol="1" bandRow="1">
                <a:tableStyleId>{7DF18680-E054-41AD-8BC1-D1AEF772440D}</a:tableStyleId>
              </a:tblPr>
              <a:tblGrid>
                <a:gridCol w="2652713">
                  <a:extLst>
                    <a:ext uri="{9D8B030D-6E8A-4147-A177-3AD203B41FA5}">
                      <a16:colId xmlns:a16="http://schemas.microsoft.com/office/drawing/2014/main" val="2174664622"/>
                    </a:ext>
                  </a:extLst>
                </a:gridCol>
                <a:gridCol w="2652713">
                  <a:extLst>
                    <a:ext uri="{9D8B030D-6E8A-4147-A177-3AD203B41FA5}">
                      <a16:colId xmlns:a16="http://schemas.microsoft.com/office/drawing/2014/main" val="3846750761"/>
                    </a:ext>
                  </a:extLst>
                </a:gridCol>
              </a:tblGrid>
              <a:tr h="0">
                <a:tc>
                  <a:txBody>
                    <a:bodyPr/>
                    <a:lstStyle/>
                    <a:p>
                      <a:pPr algn="ctr">
                        <a:lnSpc>
                          <a:spcPct val="200000"/>
                        </a:lnSpc>
                      </a:pPr>
                      <a:r>
                        <a:rPr lang="en-IN" sz="1200" dirty="0">
                          <a:effectLst/>
                        </a:rPr>
                        <a:t>Column Name</a:t>
                      </a:r>
                      <a:endParaRPr lang="en-IN" sz="1100" dirty="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algn="ctr">
                        <a:lnSpc>
                          <a:spcPct val="200000"/>
                        </a:lnSpc>
                      </a:pPr>
                      <a:r>
                        <a:rPr lang="en-IN" sz="1200">
                          <a:effectLst/>
                        </a:rPr>
                        <a:t>Description</a:t>
                      </a:r>
                      <a:endParaRPr lang="en-IN" sz="11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1316655253"/>
                  </a:ext>
                </a:extLst>
              </a:tr>
              <a:tr h="0">
                <a:tc>
                  <a:txBody>
                    <a:bodyPr/>
                    <a:lstStyle/>
                    <a:p>
                      <a:pPr>
                        <a:lnSpc>
                          <a:spcPct val="200000"/>
                        </a:lnSpc>
                      </a:pPr>
                      <a:r>
                        <a:rPr lang="en-IN" sz="1200" b="0" dirty="0">
                          <a:solidFill>
                            <a:schemeClr val="tx1"/>
                          </a:solidFill>
                          <a:effectLst/>
                        </a:rPr>
                        <a:t>Country or Region</a:t>
                      </a:r>
                      <a:endParaRPr lang="en-IN" sz="1100" b="0" dirty="0">
                        <a:solidFill>
                          <a:schemeClr val="tx1"/>
                        </a:solidFill>
                        <a:effectLst/>
                        <a:latin typeface="Arial" panose="020B0604020202020204" pitchFamily="34" charset="0"/>
                        <a:ea typeface="Arial" panose="020B0604020202020204" pitchFamily="34" charset="0"/>
                      </a:endParaRPr>
                    </a:p>
                  </a:txBody>
                  <a:tcPr marL="9525" marR="9525" marT="9525" marB="9525" anchor="b"/>
                </a:tc>
                <a:tc>
                  <a:txBody>
                    <a:bodyPr/>
                    <a:lstStyle/>
                    <a:p>
                      <a:pPr>
                        <a:lnSpc>
                          <a:spcPct val="200000"/>
                        </a:lnSpc>
                      </a:pPr>
                      <a:r>
                        <a:rPr lang="en-IN" sz="1200" dirty="0">
                          <a:effectLst/>
                        </a:rPr>
                        <a:t>Name of the country</a:t>
                      </a:r>
                      <a:endParaRPr lang="en-IN" sz="1100" dirty="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885466595"/>
                  </a:ext>
                </a:extLst>
              </a:tr>
              <a:tr h="0">
                <a:tc>
                  <a:txBody>
                    <a:bodyPr/>
                    <a:lstStyle/>
                    <a:p>
                      <a:pPr>
                        <a:lnSpc>
                          <a:spcPct val="200000"/>
                        </a:lnSpc>
                      </a:pPr>
                      <a:r>
                        <a:rPr lang="en-IN" sz="1200" b="0" dirty="0">
                          <a:solidFill>
                            <a:schemeClr val="tx1"/>
                          </a:solidFill>
                          <a:effectLst/>
                        </a:rPr>
                        <a:t>Happiness Score</a:t>
                      </a:r>
                      <a:endParaRPr lang="en-IN" sz="1100" b="0" dirty="0">
                        <a:solidFill>
                          <a:schemeClr val="tx1"/>
                        </a:solidFill>
                        <a:effectLst/>
                        <a:latin typeface="Arial" panose="020B0604020202020204" pitchFamily="34" charset="0"/>
                        <a:ea typeface="Arial" panose="020B0604020202020204" pitchFamily="34" charset="0"/>
                      </a:endParaRPr>
                    </a:p>
                  </a:txBody>
                  <a:tcPr marL="9525" marR="9525" marT="9525" marB="9525" anchor="b"/>
                </a:tc>
                <a:tc>
                  <a:txBody>
                    <a:bodyPr/>
                    <a:lstStyle/>
                    <a:p>
                      <a:pPr>
                        <a:lnSpc>
                          <a:spcPct val="200000"/>
                        </a:lnSpc>
                      </a:pPr>
                      <a:r>
                        <a:rPr lang="en-IN" sz="1200">
                          <a:effectLst/>
                        </a:rPr>
                        <a:t>A composite score of overall well-being</a:t>
                      </a:r>
                      <a:endParaRPr lang="en-IN" sz="11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1734506599"/>
                  </a:ext>
                </a:extLst>
              </a:tr>
              <a:tr h="0">
                <a:tc>
                  <a:txBody>
                    <a:bodyPr/>
                    <a:lstStyle/>
                    <a:p>
                      <a:pPr>
                        <a:lnSpc>
                          <a:spcPct val="200000"/>
                        </a:lnSpc>
                      </a:pPr>
                      <a:r>
                        <a:rPr lang="en-IN" sz="1200" b="0" dirty="0">
                          <a:solidFill>
                            <a:schemeClr val="tx1"/>
                          </a:solidFill>
                          <a:effectLst/>
                        </a:rPr>
                        <a:t>Economy (GDP per Capita)</a:t>
                      </a:r>
                      <a:endParaRPr lang="en-IN" sz="1100" b="0" dirty="0">
                        <a:solidFill>
                          <a:schemeClr val="tx1"/>
                        </a:solidFill>
                        <a:effectLst/>
                        <a:latin typeface="Arial" panose="020B0604020202020204" pitchFamily="34" charset="0"/>
                        <a:ea typeface="Arial" panose="020B0604020202020204" pitchFamily="34" charset="0"/>
                      </a:endParaRPr>
                    </a:p>
                  </a:txBody>
                  <a:tcPr marL="9525" marR="9525" marT="9525" marB="9525" anchor="b"/>
                </a:tc>
                <a:tc>
                  <a:txBody>
                    <a:bodyPr/>
                    <a:lstStyle/>
                    <a:p>
                      <a:pPr>
                        <a:lnSpc>
                          <a:spcPct val="200000"/>
                        </a:lnSpc>
                      </a:pPr>
                      <a:r>
                        <a:rPr lang="en-IN" sz="1200">
                          <a:effectLst/>
                        </a:rPr>
                        <a:t>Measure of the economic production of a country</a:t>
                      </a:r>
                      <a:endParaRPr lang="en-IN" sz="11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893818679"/>
                  </a:ext>
                </a:extLst>
              </a:tr>
              <a:tr h="0">
                <a:tc>
                  <a:txBody>
                    <a:bodyPr/>
                    <a:lstStyle/>
                    <a:p>
                      <a:pPr>
                        <a:lnSpc>
                          <a:spcPct val="200000"/>
                        </a:lnSpc>
                      </a:pPr>
                      <a:r>
                        <a:rPr lang="en-IN" sz="1200" b="0">
                          <a:solidFill>
                            <a:schemeClr val="tx1"/>
                          </a:solidFill>
                          <a:effectLst/>
                        </a:rPr>
                        <a:t>Family</a:t>
                      </a:r>
                      <a:endParaRPr lang="en-IN" sz="1100" b="0">
                        <a:solidFill>
                          <a:schemeClr val="tx1"/>
                        </a:solidFill>
                        <a:effectLst/>
                        <a:latin typeface="Arial" panose="020B0604020202020204" pitchFamily="34" charset="0"/>
                        <a:ea typeface="Arial" panose="020B0604020202020204" pitchFamily="34" charset="0"/>
                      </a:endParaRPr>
                    </a:p>
                  </a:txBody>
                  <a:tcPr marL="9525" marR="9525" marT="9525" marB="9525" anchor="b"/>
                </a:tc>
                <a:tc>
                  <a:txBody>
                    <a:bodyPr/>
                    <a:lstStyle/>
                    <a:p>
                      <a:pPr>
                        <a:lnSpc>
                          <a:spcPct val="200000"/>
                        </a:lnSpc>
                      </a:pPr>
                      <a:r>
                        <a:rPr lang="en-IN" sz="1200" dirty="0">
                          <a:effectLst/>
                        </a:rPr>
                        <a:t>Measure of social support</a:t>
                      </a:r>
                      <a:endParaRPr lang="en-IN" sz="1100" dirty="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421576538"/>
                  </a:ext>
                </a:extLst>
              </a:tr>
              <a:tr h="0">
                <a:tc>
                  <a:txBody>
                    <a:bodyPr/>
                    <a:lstStyle/>
                    <a:p>
                      <a:pPr>
                        <a:lnSpc>
                          <a:spcPct val="200000"/>
                        </a:lnSpc>
                      </a:pPr>
                      <a:r>
                        <a:rPr lang="en-IN" sz="1200" b="0" dirty="0">
                          <a:solidFill>
                            <a:schemeClr val="tx1"/>
                          </a:solidFill>
                          <a:effectLst/>
                        </a:rPr>
                        <a:t>Health (Life Expectancy)</a:t>
                      </a:r>
                      <a:endParaRPr lang="en-IN" sz="1100" b="0" dirty="0">
                        <a:solidFill>
                          <a:schemeClr val="tx1"/>
                        </a:solidFill>
                        <a:effectLst/>
                        <a:latin typeface="Arial" panose="020B0604020202020204" pitchFamily="34" charset="0"/>
                        <a:ea typeface="Arial" panose="020B0604020202020204" pitchFamily="34" charset="0"/>
                      </a:endParaRPr>
                    </a:p>
                  </a:txBody>
                  <a:tcPr marL="9525" marR="9525" marT="9525" marB="9525" anchor="b"/>
                </a:tc>
                <a:tc>
                  <a:txBody>
                    <a:bodyPr/>
                    <a:lstStyle/>
                    <a:p>
                      <a:pPr>
                        <a:lnSpc>
                          <a:spcPct val="200000"/>
                        </a:lnSpc>
                      </a:pPr>
                      <a:r>
                        <a:rPr lang="en-IN" sz="1200">
                          <a:effectLst/>
                        </a:rPr>
                        <a:t>Measure of the health of citizens</a:t>
                      </a:r>
                      <a:endParaRPr lang="en-IN" sz="11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2556884904"/>
                  </a:ext>
                </a:extLst>
              </a:tr>
              <a:tr h="0">
                <a:tc>
                  <a:txBody>
                    <a:bodyPr/>
                    <a:lstStyle/>
                    <a:p>
                      <a:pPr>
                        <a:lnSpc>
                          <a:spcPct val="200000"/>
                        </a:lnSpc>
                      </a:pPr>
                      <a:r>
                        <a:rPr lang="en-IN" sz="1200" b="0" dirty="0">
                          <a:solidFill>
                            <a:schemeClr val="tx1"/>
                          </a:solidFill>
                          <a:effectLst/>
                        </a:rPr>
                        <a:t>Freedom</a:t>
                      </a:r>
                      <a:endParaRPr lang="en-IN" sz="1100" b="0" dirty="0">
                        <a:solidFill>
                          <a:schemeClr val="tx1"/>
                        </a:solidFill>
                        <a:effectLst/>
                        <a:latin typeface="Arial" panose="020B0604020202020204" pitchFamily="34" charset="0"/>
                        <a:ea typeface="Arial" panose="020B0604020202020204" pitchFamily="34" charset="0"/>
                      </a:endParaRPr>
                    </a:p>
                  </a:txBody>
                  <a:tcPr marL="9525" marR="9525" marT="9525" marB="9525" anchor="b"/>
                </a:tc>
                <a:tc>
                  <a:txBody>
                    <a:bodyPr/>
                    <a:lstStyle/>
                    <a:p>
                      <a:pPr>
                        <a:lnSpc>
                          <a:spcPct val="200000"/>
                        </a:lnSpc>
                      </a:pPr>
                      <a:r>
                        <a:rPr lang="en-IN" sz="1200">
                          <a:effectLst/>
                        </a:rPr>
                        <a:t>Measure of freedom to make life choices</a:t>
                      </a:r>
                      <a:endParaRPr lang="en-IN" sz="11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1272355943"/>
                  </a:ext>
                </a:extLst>
              </a:tr>
              <a:tr h="0">
                <a:tc>
                  <a:txBody>
                    <a:bodyPr/>
                    <a:lstStyle/>
                    <a:p>
                      <a:pPr>
                        <a:lnSpc>
                          <a:spcPct val="200000"/>
                        </a:lnSpc>
                      </a:pPr>
                      <a:r>
                        <a:rPr lang="en-IN" sz="1200" b="0" dirty="0">
                          <a:solidFill>
                            <a:schemeClr val="tx1"/>
                          </a:solidFill>
                          <a:effectLst/>
                        </a:rPr>
                        <a:t>Generosity</a:t>
                      </a:r>
                      <a:endParaRPr lang="en-IN" sz="1100" b="0" dirty="0">
                        <a:solidFill>
                          <a:schemeClr val="tx1"/>
                        </a:solidFill>
                        <a:effectLst/>
                        <a:latin typeface="Arial" panose="020B0604020202020204" pitchFamily="34" charset="0"/>
                        <a:ea typeface="Arial" panose="020B0604020202020204" pitchFamily="34" charset="0"/>
                      </a:endParaRPr>
                    </a:p>
                  </a:txBody>
                  <a:tcPr marL="9525" marR="9525" marT="9525" marB="9525" anchor="b"/>
                </a:tc>
                <a:tc>
                  <a:txBody>
                    <a:bodyPr/>
                    <a:lstStyle/>
                    <a:p>
                      <a:pPr>
                        <a:lnSpc>
                          <a:spcPct val="200000"/>
                        </a:lnSpc>
                      </a:pPr>
                      <a:r>
                        <a:rPr lang="en-IN" sz="1200">
                          <a:effectLst/>
                        </a:rPr>
                        <a:t>Measure of generosity of citizens</a:t>
                      </a:r>
                      <a:endParaRPr lang="en-IN" sz="11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3582673103"/>
                  </a:ext>
                </a:extLst>
              </a:tr>
              <a:tr h="0">
                <a:tc>
                  <a:txBody>
                    <a:bodyPr/>
                    <a:lstStyle/>
                    <a:p>
                      <a:pPr>
                        <a:lnSpc>
                          <a:spcPct val="200000"/>
                        </a:lnSpc>
                      </a:pPr>
                      <a:r>
                        <a:rPr lang="en-IN" sz="1200" b="0" dirty="0">
                          <a:solidFill>
                            <a:schemeClr val="tx1"/>
                          </a:solidFill>
                          <a:effectLst/>
                        </a:rPr>
                        <a:t>Trust (Government Corruption)</a:t>
                      </a:r>
                      <a:endParaRPr lang="en-IN" sz="1100" b="0" dirty="0">
                        <a:solidFill>
                          <a:schemeClr val="tx1"/>
                        </a:solidFill>
                        <a:effectLst/>
                        <a:latin typeface="Arial" panose="020B0604020202020204" pitchFamily="34" charset="0"/>
                        <a:ea typeface="Arial" panose="020B0604020202020204" pitchFamily="34" charset="0"/>
                      </a:endParaRPr>
                    </a:p>
                  </a:txBody>
                  <a:tcPr marL="9525" marR="9525" marT="9525" marB="9525" anchor="b"/>
                </a:tc>
                <a:tc>
                  <a:txBody>
                    <a:bodyPr/>
                    <a:lstStyle/>
                    <a:p>
                      <a:pPr>
                        <a:lnSpc>
                          <a:spcPct val="200000"/>
                        </a:lnSpc>
                      </a:pPr>
                      <a:r>
                        <a:rPr lang="en-IN" sz="1200" dirty="0">
                          <a:effectLst/>
                        </a:rPr>
                        <a:t>Measure of trust in government</a:t>
                      </a:r>
                      <a:endParaRPr lang="en-IN" sz="1100" dirty="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2579271703"/>
                  </a:ext>
                </a:extLst>
              </a:tr>
            </a:tbl>
          </a:graphicData>
        </a:graphic>
      </p:graphicFrame>
      <p:sp>
        <p:nvSpPr>
          <p:cNvPr id="6" name="TextBox 5">
            <a:extLst>
              <a:ext uri="{FF2B5EF4-FFF2-40B4-BE49-F238E27FC236}">
                <a16:creationId xmlns:a16="http://schemas.microsoft.com/office/drawing/2014/main" id="{B1620563-412A-FA04-8C1C-57D0DD0E8BA8}"/>
              </a:ext>
            </a:extLst>
          </p:cNvPr>
          <p:cNvSpPr txBox="1"/>
          <p:nvPr/>
        </p:nvSpPr>
        <p:spPr>
          <a:xfrm>
            <a:off x="6096000" y="1093212"/>
            <a:ext cx="5432612" cy="1477328"/>
          </a:xfrm>
          <a:prstGeom prst="rect">
            <a:avLst/>
          </a:prstGeom>
          <a:noFill/>
        </p:spPr>
        <p:txBody>
          <a:bodyPr wrap="square" rtlCol="0">
            <a:spAutoFit/>
          </a:bodyPr>
          <a:lstStyle/>
          <a:p>
            <a:r>
              <a:rPr lang="en-US" dirty="0">
                <a:solidFill>
                  <a:schemeClr val="bg1"/>
                </a:solidFill>
              </a:rPr>
              <a:t>The dataset can be found on Kaggle and it contains data on happiness levels of people in 159 countries around the world. The data is collected in the year 2015 and it includes information on a variety of factors that are thought to contribute to happiness, such as:</a:t>
            </a:r>
            <a:endParaRPr lang="en-IN" dirty="0">
              <a:solidFill>
                <a:schemeClr val="bg1"/>
              </a:solidFill>
            </a:endParaRPr>
          </a:p>
        </p:txBody>
      </p:sp>
    </p:spTree>
    <p:extLst>
      <p:ext uri="{BB962C8B-B14F-4D97-AF65-F5344CB8AC3E}">
        <p14:creationId xmlns:p14="http://schemas.microsoft.com/office/powerpoint/2010/main" val="2943046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1143000" y="446418"/>
            <a:ext cx="9906000" cy="659362"/>
          </a:xfrm>
        </p:spPr>
        <p:txBody>
          <a:bodyPr/>
          <a:lstStyle/>
          <a:p>
            <a:r>
              <a:rPr lang="en-US"/>
              <a:t>Summary of logistic regression</a:t>
            </a:r>
            <a:endParaRPr lang="en-US" dirty="0"/>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5</a:t>
            </a:fld>
            <a:endParaRPr lang="en-US" dirty="0"/>
          </a:p>
        </p:txBody>
      </p:sp>
      <p:sp>
        <p:nvSpPr>
          <p:cNvPr id="7" name="Text Placeholder 6">
            <a:extLst>
              <a:ext uri="{FF2B5EF4-FFF2-40B4-BE49-F238E27FC236}">
                <a16:creationId xmlns:a16="http://schemas.microsoft.com/office/drawing/2014/main" id="{DBF8BE56-5182-B3AD-685C-DF41B345EDB9}"/>
              </a:ext>
            </a:extLst>
          </p:cNvPr>
          <p:cNvSpPr>
            <a:spLocks noGrp="1"/>
          </p:cNvSpPr>
          <p:nvPr>
            <p:ph type="body" idx="1"/>
          </p:nvPr>
        </p:nvSpPr>
        <p:spPr>
          <a:xfrm>
            <a:off x="146725" y="1352675"/>
            <a:ext cx="11898550" cy="659362"/>
          </a:xfrm>
        </p:spPr>
        <p:txBody>
          <a:bodyPr vert="horz" lIns="91440" tIns="45720" rIns="91440" bIns="45720" rtlCol="0" anchor="t">
            <a:noAutofit/>
          </a:bodyPr>
          <a:lstStyle/>
          <a:p>
            <a:pPr marL="285750" indent="-285750" algn="l">
              <a:buFont typeface="Arial" panose="020B0604020202020204" pitchFamily="34" charset="0"/>
              <a:buChar char="•"/>
            </a:pPr>
            <a:r>
              <a:rPr lang="en-US" sz="1900">
                <a:latin typeface="Calibri"/>
                <a:cs typeface="Times New Roman"/>
              </a:rPr>
              <a:t>A full Logistic Regression model is fitted by using all predictors. The coefficients of the full model are given in the table.</a:t>
            </a:r>
            <a:endParaRPr lang="en-US" sz="1900">
              <a:latin typeface="Calibri"/>
              <a:cs typeface="Calibri"/>
            </a:endParaRPr>
          </a:p>
        </p:txBody>
      </p:sp>
      <p:graphicFrame>
        <p:nvGraphicFramePr>
          <p:cNvPr id="3" name="Table 2">
            <a:extLst>
              <a:ext uri="{FF2B5EF4-FFF2-40B4-BE49-F238E27FC236}">
                <a16:creationId xmlns:a16="http://schemas.microsoft.com/office/drawing/2014/main" id="{B4C6527D-4C1B-7C18-21B0-33390F28F799}"/>
              </a:ext>
            </a:extLst>
          </p:cNvPr>
          <p:cNvGraphicFramePr>
            <a:graphicFrameLocks noGrp="1"/>
          </p:cNvGraphicFramePr>
          <p:nvPr>
            <p:extLst>
              <p:ext uri="{D42A27DB-BD31-4B8C-83A1-F6EECF244321}">
                <p14:modId xmlns:p14="http://schemas.microsoft.com/office/powerpoint/2010/main" val="1930635781"/>
              </p:ext>
            </p:extLst>
          </p:nvPr>
        </p:nvGraphicFramePr>
        <p:xfrm>
          <a:off x="2875751" y="2248678"/>
          <a:ext cx="6440498" cy="1985209"/>
        </p:xfrm>
        <a:graphic>
          <a:graphicData uri="http://schemas.openxmlformats.org/drawingml/2006/table">
            <a:tbl>
              <a:tblPr firstRow="1" firstCol="1" bandRow="1">
                <a:tableStyleId>{5C22544A-7EE6-4342-B048-85BDC9FD1C3A}</a:tableStyleId>
              </a:tblPr>
              <a:tblGrid>
                <a:gridCol w="2217221">
                  <a:extLst>
                    <a:ext uri="{9D8B030D-6E8A-4147-A177-3AD203B41FA5}">
                      <a16:colId xmlns:a16="http://schemas.microsoft.com/office/drawing/2014/main" val="1719008177"/>
                    </a:ext>
                  </a:extLst>
                </a:gridCol>
                <a:gridCol w="1721130">
                  <a:extLst>
                    <a:ext uri="{9D8B030D-6E8A-4147-A177-3AD203B41FA5}">
                      <a16:colId xmlns:a16="http://schemas.microsoft.com/office/drawing/2014/main" val="4235019954"/>
                    </a:ext>
                  </a:extLst>
                </a:gridCol>
                <a:gridCol w="2502147">
                  <a:extLst>
                    <a:ext uri="{9D8B030D-6E8A-4147-A177-3AD203B41FA5}">
                      <a16:colId xmlns:a16="http://schemas.microsoft.com/office/drawing/2014/main" val="1824559885"/>
                    </a:ext>
                  </a:extLst>
                </a:gridCol>
              </a:tblGrid>
              <a:tr h="247570">
                <a:tc>
                  <a:txBody>
                    <a:bodyPr/>
                    <a:lstStyle/>
                    <a:p>
                      <a:pPr algn="ctr">
                        <a:lnSpc>
                          <a:spcPct val="107000"/>
                        </a:lnSpc>
                        <a:spcAft>
                          <a:spcPts val="800"/>
                        </a:spcAft>
                      </a:pPr>
                      <a:r>
                        <a:rPr lang="en-IN" sz="1050">
                          <a:effectLst/>
                        </a:rPr>
                        <a:t>Variable</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050">
                          <a:effectLst/>
                        </a:rPr>
                        <a:t>Estimate</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050">
                          <a:effectLst/>
                        </a:rPr>
                        <a:t>P-value</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extLst>
                  <a:ext uri="{0D108BD9-81ED-4DB2-BD59-A6C34878D82A}">
                    <a16:rowId xmlns:a16="http://schemas.microsoft.com/office/drawing/2014/main" val="1372902199"/>
                  </a:ext>
                </a:extLst>
              </a:tr>
              <a:tr h="247570">
                <a:tc>
                  <a:txBody>
                    <a:bodyPr/>
                    <a:lstStyle/>
                    <a:p>
                      <a:pPr>
                        <a:lnSpc>
                          <a:spcPct val="107000"/>
                        </a:lnSpc>
                        <a:spcAft>
                          <a:spcPts val="800"/>
                        </a:spcAft>
                      </a:pPr>
                      <a:r>
                        <a:rPr lang="en-IN" sz="1050">
                          <a:effectLst/>
                        </a:rPr>
                        <a:t>(Intercept)</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US" sz="1050">
                          <a:effectLst/>
                        </a:rPr>
                        <a:t>-19.3208119</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tc>
                  <a:txBody>
                    <a:bodyPr/>
                    <a:lstStyle/>
                    <a:p>
                      <a:pPr algn="ctr">
                        <a:lnSpc>
                          <a:spcPct val="107000"/>
                        </a:lnSpc>
                        <a:spcAft>
                          <a:spcPts val="800"/>
                        </a:spcAft>
                      </a:pPr>
                      <a:r>
                        <a:rPr lang="en-US" sz="1050">
                          <a:effectLst/>
                        </a:rPr>
                        <a:t>0.0009845987</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extLst>
                  <a:ext uri="{0D108BD9-81ED-4DB2-BD59-A6C34878D82A}">
                    <a16:rowId xmlns:a16="http://schemas.microsoft.com/office/drawing/2014/main" val="3257827181"/>
                  </a:ext>
                </a:extLst>
              </a:tr>
              <a:tr h="247570">
                <a:tc>
                  <a:txBody>
                    <a:bodyPr/>
                    <a:lstStyle/>
                    <a:p>
                      <a:pPr>
                        <a:lnSpc>
                          <a:spcPct val="107000"/>
                        </a:lnSpc>
                        <a:spcAft>
                          <a:spcPts val="800"/>
                        </a:spcAft>
                      </a:pPr>
                      <a:r>
                        <a:rPr lang="en-IN" sz="1050">
                          <a:effectLst/>
                        </a:rPr>
                        <a:t>Economy (GDP per Capita)</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US" sz="1050">
                          <a:effectLst/>
                        </a:rPr>
                        <a:t>7.6631705</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tc>
                  <a:txBody>
                    <a:bodyPr/>
                    <a:lstStyle/>
                    <a:p>
                      <a:pPr algn="ctr">
                        <a:lnSpc>
                          <a:spcPct val="107000"/>
                        </a:lnSpc>
                        <a:spcAft>
                          <a:spcPts val="800"/>
                        </a:spcAft>
                      </a:pPr>
                      <a:r>
                        <a:rPr lang="en-US" sz="1050">
                          <a:effectLst/>
                        </a:rPr>
                        <a:t>0.0337889054</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extLst>
                  <a:ext uri="{0D108BD9-81ED-4DB2-BD59-A6C34878D82A}">
                    <a16:rowId xmlns:a16="http://schemas.microsoft.com/office/drawing/2014/main" val="2323848654"/>
                  </a:ext>
                </a:extLst>
              </a:tr>
              <a:tr h="247570">
                <a:tc>
                  <a:txBody>
                    <a:bodyPr/>
                    <a:lstStyle/>
                    <a:p>
                      <a:pPr>
                        <a:lnSpc>
                          <a:spcPct val="107000"/>
                        </a:lnSpc>
                        <a:spcAft>
                          <a:spcPts val="800"/>
                        </a:spcAft>
                      </a:pPr>
                      <a:r>
                        <a:rPr lang="en-IN" sz="1050">
                          <a:effectLst/>
                        </a:rPr>
                        <a:t>Family</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US" sz="1050">
                          <a:effectLst/>
                        </a:rPr>
                        <a:t>6.4534031</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tc>
                  <a:txBody>
                    <a:bodyPr/>
                    <a:lstStyle/>
                    <a:p>
                      <a:pPr algn="ctr">
                        <a:lnSpc>
                          <a:spcPct val="107000"/>
                        </a:lnSpc>
                        <a:spcAft>
                          <a:spcPts val="800"/>
                        </a:spcAft>
                      </a:pPr>
                      <a:r>
                        <a:rPr lang="en-US" sz="1050">
                          <a:effectLst/>
                        </a:rPr>
                        <a:t>0.0807727018</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extLst>
                  <a:ext uri="{0D108BD9-81ED-4DB2-BD59-A6C34878D82A}">
                    <a16:rowId xmlns:a16="http://schemas.microsoft.com/office/drawing/2014/main" val="3866392934"/>
                  </a:ext>
                </a:extLst>
              </a:tr>
              <a:tr h="247570">
                <a:tc>
                  <a:txBody>
                    <a:bodyPr/>
                    <a:lstStyle/>
                    <a:p>
                      <a:pPr>
                        <a:lnSpc>
                          <a:spcPct val="107000"/>
                        </a:lnSpc>
                        <a:spcAft>
                          <a:spcPts val="800"/>
                        </a:spcAft>
                      </a:pPr>
                      <a:r>
                        <a:rPr lang="en-IN" sz="1050" dirty="0">
                          <a:effectLst/>
                        </a:rPr>
                        <a:t>Health (Life Expectancy)</a:t>
                      </a:r>
                      <a:endParaRPr lang="en-IN" sz="1100" dirty="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US" sz="1050">
                          <a:effectLst/>
                        </a:rPr>
                        <a:t>5.9366848</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tc>
                  <a:txBody>
                    <a:bodyPr/>
                    <a:lstStyle/>
                    <a:p>
                      <a:pPr algn="ctr">
                        <a:lnSpc>
                          <a:spcPct val="107000"/>
                        </a:lnSpc>
                        <a:spcAft>
                          <a:spcPts val="800"/>
                        </a:spcAft>
                      </a:pPr>
                      <a:r>
                        <a:rPr lang="en-US" sz="1050">
                          <a:effectLst/>
                        </a:rPr>
                        <a:t>0.1557630723</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extLst>
                  <a:ext uri="{0D108BD9-81ED-4DB2-BD59-A6C34878D82A}">
                    <a16:rowId xmlns:a16="http://schemas.microsoft.com/office/drawing/2014/main" val="795040999"/>
                  </a:ext>
                </a:extLst>
              </a:tr>
              <a:tr h="247570">
                <a:tc>
                  <a:txBody>
                    <a:bodyPr/>
                    <a:lstStyle/>
                    <a:p>
                      <a:pPr>
                        <a:lnSpc>
                          <a:spcPct val="107000"/>
                        </a:lnSpc>
                        <a:spcAft>
                          <a:spcPts val="800"/>
                        </a:spcAft>
                      </a:pPr>
                      <a:r>
                        <a:rPr lang="en-IN" sz="1050">
                          <a:effectLst/>
                        </a:rPr>
                        <a:t>Freedom</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US" sz="1050">
                          <a:effectLst/>
                        </a:rPr>
                        <a:t>3.1143209</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tc>
                  <a:txBody>
                    <a:bodyPr/>
                    <a:lstStyle/>
                    <a:p>
                      <a:pPr algn="ctr">
                        <a:lnSpc>
                          <a:spcPct val="107000"/>
                        </a:lnSpc>
                        <a:spcAft>
                          <a:spcPts val="800"/>
                        </a:spcAft>
                      </a:pPr>
                      <a:r>
                        <a:rPr lang="en-US" sz="1050">
                          <a:effectLst/>
                        </a:rPr>
                        <a:t>0.4418690026</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extLst>
                  <a:ext uri="{0D108BD9-81ED-4DB2-BD59-A6C34878D82A}">
                    <a16:rowId xmlns:a16="http://schemas.microsoft.com/office/drawing/2014/main" val="3190096953"/>
                  </a:ext>
                </a:extLst>
              </a:tr>
              <a:tr h="247570">
                <a:tc>
                  <a:txBody>
                    <a:bodyPr/>
                    <a:lstStyle/>
                    <a:p>
                      <a:pPr>
                        <a:lnSpc>
                          <a:spcPct val="107000"/>
                        </a:lnSpc>
                        <a:spcAft>
                          <a:spcPts val="800"/>
                        </a:spcAft>
                      </a:pPr>
                      <a:r>
                        <a:rPr lang="en-IN" sz="1050">
                          <a:effectLst/>
                        </a:rPr>
                        <a:t>Trust (Government Corruption)</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US" sz="1050">
                          <a:effectLst/>
                        </a:rPr>
                        <a:t>2.0524514</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tc>
                  <a:txBody>
                    <a:bodyPr/>
                    <a:lstStyle/>
                    <a:p>
                      <a:pPr algn="ctr">
                        <a:lnSpc>
                          <a:spcPct val="107000"/>
                        </a:lnSpc>
                        <a:spcAft>
                          <a:spcPts val="800"/>
                        </a:spcAft>
                      </a:pPr>
                      <a:r>
                        <a:rPr lang="en-US" sz="1050">
                          <a:effectLst/>
                        </a:rPr>
                        <a:t>0.7336194356</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extLst>
                  <a:ext uri="{0D108BD9-81ED-4DB2-BD59-A6C34878D82A}">
                    <a16:rowId xmlns:a16="http://schemas.microsoft.com/office/drawing/2014/main" val="4291711133"/>
                  </a:ext>
                </a:extLst>
              </a:tr>
              <a:tr h="252219">
                <a:tc>
                  <a:txBody>
                    <a:bodyPr/>
                    <a:lstStyle/>
                    <a:p>
                      <a:pPr>
                        <a:lnSpc>
                          <a:spcPct val="107000"/>
                        </a:lnSpc>
                        <a:spcAft>
                          <a:spcPts val="800"/>
                        </a:spcAft>
                      </a:pPr>
                      <a:r>
                        <a:rPr lang="en-IN" sz="1050">
                          <a:effectLst/>
                        </a:rPr>
                        <a:t>Generosity</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US" sz="1050">
                          <a:effectLst/>
                        </a:rPr>
                        <a:t>0.6044032</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tc>
                  <a:txBody>
                    <a:bodyPr/>
                    <a:lstStyle/>
                    <a:p>
                      <a:pPr algn="ctr">
                        <a:lnSpc>
                          <a:spcPct val="107000"/>
                        </a:lnSpc>
                        <a:spcAft>
                          <a:spcPts val="800"/>
                        </a:spcAft>
                      </a:pPr>
                      <a:r>
                        <a:rPr lang="en-US" sz="1050" dirty="0">
                          <a:effectLst/>
                        </a:rPr>
                        <a:t>0.8784020918</a:t>
                      </a:r>
                      <a:endParaRPr lang="en-IN" sz="1100" dirty="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extLst>
                  <a:ext uri="{0D108BD9-81ED-4DB2-BD59-A6C34878D82A}">
                    <a16:rowId xmlns:a16="http://schemas.microsoft.com/office/drawing/2014/main" val="2475720520"/>
                  </a:ext>
                </a:extLst>
              </a:tr>
            </a:tbl>
          </a:graphicData>
        </a:graphic>
      </p:graphicFrame>
      <p:sp>
        <p:nvSpPr>
          <p:cNvPr id="6" name="TextBox 5">
            <a:extLst>
              <a:ext uri="{FF2B5EF4-FFF2-40B4-BE49-F238E27FC236}">
                <a16:creationId xmlns:a16="http://schemas.microsoft.com/office/drawing/2014/main" id="{D42619B4-2894-1086-DAB9-6B775CC3206B}"/>
              </a:ext>
            </a:extLst>
          </p:cNvPr>
          <p:cNvSpPr txBox="1"/>
          <p:nvPr/>
        </p:nvSpPr>
        <p:spPr>
          <a:xfrm>
            <a:off x="333156" y="4643022"/>
            <a:ext cx="10817197" cy="646331"/>
          </a:xfrm>
          <a:prstGeom prst="rect">
            <a:avLst/>
          </a:prstGeom>
          <a:noFill/>
        </p:spPr>
        <p:txBody>
          <a:bodyPr wrap="square" rtlCol="0">
            <a:spAutoFit/>
          </a:bodyPr>
          <a:lstStyle/>
          <a:p>
            <a:r>
              <a:rPr lang="en-US">
                <a:solidFill>
                  <a:schemeClr val="bg1"/>
                </a:solidFill>
              </a:rPr>
              <a:t>From the table the Economy is statically significant because the p-value is less than 0.05.</a:t>
            </a:r>
          </a:p>
          <a:p>
            <a:endParaRPr lang="en-IN">
              <a:solidFill>
                <a:schemeClr val="bg1"/>
              </a:solidFill>
            </a:endParaRPr>
          </a:p>
        </p:txBody>
      </p:sp>
    </p:spTree>
    <p:extLst>
      <p:ext uri="{BB962C8B-B14F-4D97-AF65-F5344CB8AC3E}">
        <p14:creationId xmlns:p14="http://schemas.microsoft.com/office/powerpoint/2010/main" val="282391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6</a:t>
            </a:fld>
            <a:endParaRPr lang="en-US" dirty="0"/>
          </a:p>
        </p:txBody>
      </p:sp>
      <p:sp>
        <p:nvSpPr>
          <p:cNvPr id="7" name="Text Placeholder 6">
            <a:extLst>
              <a:ext uri="{FF2B5EF4-FFF2-40B4-BE49-F238E27FC236}">
                <a16:creationId xmlns:a16="http://schemas.microsoft.com/office/drawing/2014/main" id="{DBF8BE56-5182-B3AD-685C-DF41B345EDB9}"/>
              </a:ext>
            </a:extLst>
          </p:cNvPr>
          <p:cNvSpPr>
            <a:spLocks noGrp="1"/>
          </p:cNvSpPr>
          <p:nvPr>
            <p:ph type="body" idx="1"/>
          </p:nvPr>
        </p:nvSpPr>
        <p:spPr>
          <a:xfrm>
            <a:off x="146725" y="214894"/>
            <a:ext cx="11898550" cy="659362"/>
          </a:xfrm>
        </p:spPr>
        <p:txBody>
          <a:bodyPr vert="horz" lIns="91440" tIns="45720" rIns="91440" bIns="45720" rtlCol="0" anchor="t">
            <a:noAutofit/>
          </a:bodyPr>
          <a:lstStyle/>
          <a:p>
            <a:pPr algn="l"/>
            <a:r>
              <a:rPr lang="en-US" sz="2000">
                <a:solidFill>
                  <a:schemeClr val="bg1"/>
                </a:solidFill>
              </a:rPr>
              <a:t>The confusion matrix of full model training data is given below.</a:t>
            </a:r>
          </a:p>
        </p:txBody>
      </p:sp>
      <p:sp>
        <p:nvSpPr>
          <p:cNvPr id="6" name="TextBox 5">
            <a:extLst>
              <a:ext uri="{FF2B5EF4-FFF2-40B4-BE49-F238E27FC236}">
                <a16:creationId xmlns:a16="http://schemas.microsoft.com/office/drawing/2014/main" id="{D42619B4-2894-1086-DAB9-6B775CC3206B}"/>
              </a:ext>
            </a:extLst>
          </p:cNvPr>
          <p:cNvSpPr txBox="1"/>
          <p:nvPr/>
        </p:nvSpPr>
        <p:spPr>
          <a:xfrm>
            <a:off x="208869" y="4332304"/>
            <a:ext cx="10817197" cy="1477328"/>
          </a:xfrm>
          <a:prstGeom prst="rect">
            <a:avLst/>
          </a:prstGeom>
          <a:noFill/>
        </p:spPr>
        <p:txBody>
          <a:bodyPr wrap="square" rtlCol="0">
            <a:spAutoFit/>
          </a:bodyPr>
          <a:lstStyle/>
          <a:p>
            <a:r>
              <a:rPr lang="en-US">
                <a:solidFill>
                  <a:schemeClr val="bg1"/>
                </a:solidFill>
              </a:rPr>
              <a:t>The model's accuracy is 81%, with a specificity of 81% and a sensitivity of 81%.</a:t>
            </a:r>
          </a:p>
          <a:p>
            <a:endParaRPr lang="en-US">
              <a:solidFill>
                <a:schemeClr val="bg1"/>
              </a:solidFill>
            </a:endParaRPr>
          </a:p>
          <a:p>
            <a:endParaRPr lang="en-US">
              <a:solidFill>
                <a:schemeClr val="bg1"/>
              </a:solidFill>
            </a:endParaRPr>
          </a:p>
          <a:p>
            <a:r>
              <a:rPr lang="en-US">
                <a:solidFill>
                  <a:schemeClr val="bg1"/>
                </a:solidFill>
              </a:rPr>
              <a:t>The best model in building models is the one that utilizes Economy, Family, Health, Freedom, and Trust (Government Corruption) as its fitting parameters</a:t>
            </a:r>
          </a:p>
        </p:txBody>
      </p:sp>
      <p:graphicFrame>
        <p:nvGraphicFramePr>
          <p:cNvPr id="9" name="Table 8">
            <a:extLst>
              <a:ext uri="{FF2B5EF4-FFF2-40B4-BE49-F238E27FC236}">
                <a16:creationId xmlns:a16="http://schemas.microsoft.com/office/drawing/2014/main" id="{AA8455C9-05C5-6829-10FA-6B6F9634CF56}"/>
              </a:ext>
            </a:extLst>
          </p:cNvPr>
          <p:cNvGraphicFramePr>
            <a:graphicFrameLocks noGrp="1"/>
          </p:cNvGraphicFramePr>
          <p:nvPr>
            <p:extLst>
              <p:ext uri="{D42A27DB-BD31-4B8C-83A1-F6EECF244321}">
                <p14:modId xmlns:p14="http://schemas.microsoft.com/office/powerpoint/2010/main" val="769060780"/>
              </p:ext>
            </p:extLst>
          </p:nvPr>
        </p:nvGraphicFramePr>
        <p:xfrm>
          <a:off x="333156" y="768811"/>
          <a:ext cx="6822246" cy="799836"/>
        </p:xfrm>
        <a:graphic>
          <a:graphicData uri="http://schemas.openxmlformats.org/drawingml/2006/table">
            <a:tbl>
              <a:tblPr firstRow="1" firstCol="1" bandRow="1">
                <a:tableStyleId>{5C22544A-7EE6-4342-B048-85BDC9FD1C3A}</a:tableStyleId>
              </a:tblPr>
              <a:tblGrid>
                <a:gridCol w="2274082">
                  <a:extLst>
                    <a:ext uri="{9D8B030D-6E8A-4147-A177-3AD203B41FA5}">
                      <a16:colId xmlns:a16="http://schemas.microsoft.com/office/drawing/2014/main" val="707930575"/>
                    </a:ext>
                  </a:extLst>
                </a:gridCol>
                <a:gridCol w="2274082">
                  <a:extLst>
                    <a:ext uri="{9D8B030D-6E8A-4147-A177-3AD203B41FA5}">
                      <a16:colId xmlns:a16="http://schemas.microsoft.com/office/drawing/2014/main" val="2976767672"/>
                    </a:ext>
                  </a:extLst>
                </a:gridCol>
                <a:gridCol w="2274082">
                  <a:extLst>
                    <a:ext uri="{9D8B030D-6E8A-4147-A177-3AD203B41FA5}">
                      <a16:colId xmlns:a16="http://schemas.microsoft.com/office/drawing/2014/main" val="4141265674"/>
                    </a:ext>
                  </a:extLst>
                </a:gridCol>
              </a:tblGrid>
              <a:tr h="258679">
                <a:tc>
                  <a:txBody>
                    <a:bodyPr/>
                    <a:lstStyle/>
                    <a:p>
                      <a:pPr>
                        <a:lnSpc>
                          <a:spcPct val="107000"/>
                        </a:lnSpc>
                      </a:pPr>
                      <a:endParaRPr lang="en-IN" sz="1100">
                        <a:effectLst/>
                        <a:latin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050">
                          <a:effectLst/>
                        </a:rPr>
                        <a:t>Predicted Negative (0)</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050">
                          <a:effectLst/>
                        </a:rPr>
                        <a:t>Predicted Positive (1)</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3281373823"/>
                  </a:ext>
                </a:extLst>
              </a:tr>
              <a:tr h="293170">
                <a:tc>
                  <a:txBody>
                    <a:bodyPr/>
                    <a:lstStyle/>
                    <a:p>
                      <a:pPr>
                        <a:lnSpc>
                          <a:spcPct val="107000"/>
                        </a:lnSpc>
                        <a:spcAft>
                          <a:spcPts val="800"/>
                        </a:spcAft>
                      </a:pPr>
                      <a:r>
                        <a:rPr lang="en-IN" sz="1050">
                          <a:effectLst/>
                        </a:rPr>
                        <a:t>Actual Negative (0)</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47</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6</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3521485098"/>
                  </a:ext>
                </a:extLst>
              </a:tr>
              <a:tr h="247987">
                <a:tc>
                  <a:txBody>
                    <a:bodyPr/>
                    <a:lstStyle/>
                    <a:p>
                      <a:pPr>
                        <a:lnSpc>
                          <a:spcPct val="107000"/>
                        </a:lnSpc>
                        <a:spcAft>
                          <a:spcPts val="800"/>
                        </a:spcAft>
                      </a:pPr>
                      <a:r>
                        <a:rPr lang="en-IN" sz="1050">
                          <a:effectLst/>
                        </a:rPr>
                        <a:t>Actual Positive (1)</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2</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39</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381847368"/>
                  </a:ext>
                </a:extLst>
              </a:tr>
            </a:tbl>
          </a:graphicData>
        </a:graphic>
      </p:graphicFrame>
      <p:sp>
        <p:nvSpPr>
          <p:cNvPr id="10" name="TextBox 9">
            <a:extLst>
              <a:ext uri="{FF2B5EF4-FFF2-40B4-BE49-F238E27FC236}">
                <a16:creationId xmlns:a16="http://schemas.microsoft.com/office/drawing/2014/main" id="{3E673E81-D1F7-9B51-595A-0EA150F0E5C9}"/>
              </a:ext>
            </a:extLst>
          </p:cNvPr>
          <p:cNvSpPr txBox="1"/>
          <p:nvPr/>
        </p:nvSpPr>
        <p:spPr>
          <a:xfrm>
            <a:off x="333156" y="2024109"/>
            <a:ext cx="10817197" cy="646331"/>
          </a:xfrm>
          <a:prstGeom prst="rect">
            <a:avLst/>
          </a:prstGeom>
          <a:noFill/>
        </p:spPr>
        <p:txBody>
          <a:bodyPr wrap="square" rtlCol="0">
            <a:spAutoFit/>
          </a:bodyPr>
          <a:lstStyle/>
          <a:p>
            <a:r>
              <a:rPr lang="en-US">
                <a:solidFill>
                  <a:schemeClr val="bg1"/>
                </a:solidFill>
              </a:rPr>
              <a:t>The model's accuracy is 87.5%, with a specificity of 88.6% and a sensitivity of 86.4%.</a:t>
            </a:r>
          </a:p>
          <a:p>
            <a:r>
              <a:rPr lang="en-US">
                <a:solidFill>
                  <a:schemeClr val="bg1"/>
                </a:solidFill>
              </a:rPr>
              <a:t>The confusion matrix of full model validation data is given below.</a:t>
            </a:r>
          </a:p>
        </p:txBody>
      </p:sp>
      <p:graphicFrame>
        <p:nvGraphicFramePr>
          <p:cNvPr id="11" name="Table 10">
            <a:extLst>
              <a:ext uri="{FF2B5EF4-FFF2-40B4-BE49-F238E27FC236}">
                <a16:creationId xmlns:a16="http://schemas.microsoft.com/office/drawing/2014/main" id="{A0D677F8-27D8-28C9-F54C-15597E2842E4}"/>
              </a:ext>
            </a:extLst>
          </p:cNvPr>
          <p:cNvGraphicFramePr>
            <a:graphicFrameLocks noGrp="1"/>
          </p:cNvGraphicFramePr>
          <p:nvPr>
            <p:extLst>
              <p:ext uri="{D42A27DB-BD31-4B8C-83A1-F6EECF244321}">
                <p14:modId xmlns:p14="http://schemas.microsoft.com/office/powerpoint/2010/main" val="2783321316"/>
              </p:ext>
            </p:extLst>
          </p:nvPr>
        </p:nvGraphicFramePr>
        <p:xfrm>
          <a:off x="333156" y="2952947"/>
          <a:ext cx="6822246" cy="867346"/>
        </p:xfrm>
        <a:graphic>
          <a:graphicData uri="http://schemas.openxmlformats.org/drawingml/2006/table">
            <a:tbl>
              <a:tblPr firstRow="1" firstCol="1" bandRow="1">
                <a:tableStyleId>{5C22544A-7EE6-4342-B048-85BDC9FD1C3A}</a:tableStyleId>
              </a:tblPr>
              <a:tblGrid>
                <a:gridCol w="2274082">
                  <a:extLst>
                    <a:ext uri="{9D8B030D-6E8A-4147-A177-3AD203B41FA5}">
                      <a16:colId xmlns:a16="http://schemas.microsoft.com/office/drawing/2014/main" val="1066460637"/>
                    </a:ext>
                  </a:extLst>
                </a:gridCol>
                <a:gridCol w="2274082">
                  <a:extLst>
                    <a:ext uri="{9D8B030D-6E8A-4147-A177-3AD203B41FA5}">
                      <a16:colId xmlns:a16="http://schemas.microsoft.com/office/drawing/2014/main" val="2749704972"/>
                    </a:ext>
                  </a:extLst>
                </a:gridCol>
                <a:gridCol w="2274082">
                  <a:extLst>
                    <a:ext uri="{9D8B030D-6E8A-4147-A177-3AD203B41FA5}">
                      <a16:colId xmlns:a16="http://schemas.microsoft.com/office/drawing/2014/main" val="1531954589"/>
                    </a:ext>
                  </a:extLst>
                </a:gridCol>
              </a:tblGrid>
              <a:tr h="280513">
                <a:tc>
                  <a:txBody>
                    <a:bodyPr/>
                    <a:lstStyle/>
                    <a:p>
                      <a:pPr>
                        <a:lnSpc>
                          <a:spcPct val="107000"/>
                        </a:lnSpc>
                      </a:pPr>
                      <a:endParaRPr lang="en-IN" sz="1100">
                        <a:effectLst/>
                        <a:latin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050">
                          <a:effectLst/>
                        </a:rPr>
                        <a:t>Predicted Negative (0)</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050">
                          <a:effectLst/>
                        </a:rPr>
                        <a:t>Predicted Positive (1)</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941005677"/>
                  </a:ext>
                </a:extLst>
              </a:tr>
              <a:tr h="317915">
                <a:tc>
                  <a:txBody>
                    <a:bodyPr/>
                    <a:lstStyle/>
                    <a:p>
                      <a:pPr>
                        <a:lnSpc>
                          <a:spcPct val="107000"/>
                        </a:lnSpc>
                        <a:spcAft>
                          <a:spcPts val="800"/>
                        </a:spcAft>
                      </a:pPr>
                      <a:r>
                        <a:rPr lang="en-IN" sz="1050">
                          <a:effectLst/>
                        </a:rPr>
                        <a:t>Actual Negative (0)</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30</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7</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210542223"/>
                  </a:ext>
                </a:extLst>
              </a:tr>
              <a:tr h="268918">
                <a:tc>
                  <a:txBody>
                    <a:bodyPr/>
                    <a:lstStyle/>
                    <a:p>
                      <a:pPr>
                        <a:lnSpc>
                          <a:spcPct val="107000"/>
                        </a:lnSpc>
                        <a:spcAft>
                          <a:spcPts val="800"/>
                        </a:spcAft>
                      </a:pPr>
                      <a:r>
                        <a:rPr lang="en-IN" sz="1050">
                          <a:effectLst/>
                        </a:rPr>
                        <a:t>Actual Positive (1)</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5</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22</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1731838899"/>
                  </a:ext>
                </a:extLst>
              </a:tr>
            </a:tbl>
          </a:graphicData>
        </a:graphic>
      </p:graphicFrame>
    </p:spTree>
    <p:extLst>
      <p:ext uri="{BB962C8B-B14F-4D97-AF65-F5344CB8AC3E}">
        <p14:creationId xmlns:p14="http://schemas.microsoft.com/office/powerpoint/2010/main" val="3696306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7</a:t>
            </a:fld>
            <a:endParaRPr lang="en-US" dirty="0"/>
          </a:p>
        </p:txBody>
      </p:sp>
      <p:sp>
        <p:nvSpPr>
          <p:cNvPr id="7" name="Text Placeholder 6">
            <a:extLst>
              <a:ext uri="{FF2B5EF4-FFF2-40B4-BE49-F238E27FC236}">
                <a16:creationId xmlns:a16="http://schemas.microsoft.com/office/drawing/2014/main" id="{DBF8BE56-5182-B3AD-685C-DF41B345EDB9}"/>
              </a:ext>
            </a:extLst>
          </p:cNvPr>
          <p:cNvSpPr>
            <a:spLocks noGrp="1"/>
          </p:cNvSpPr>
          <p:nvPr>
            <p:ph type="body" idx="1"/>
          </p:nvPr>
        </p:nvSpPr>
        <p:spPr>
          <a:xfrm>
            <a:off x="146725" y="214894"/>
            <a:ext cx="11898550" cy="659362"/>
          </a:xfrm>
        </p:spPr>
        <p:txBody>
          <a:bodyPr vert="horz" lIns="91440" tIns="45720" rIns="91440" bIns="45720" rtlCol="0" anchor="t">
            <a:noAutofit/>
          </a:bodyPr>
          <a:lstStyle/>
          <a:p>
            <a:pPr algn="l"/>
            <a:r>
              <a:rPr lang="en-US" sz="2000">
                <a:solidFill>
                  <a:schemeClr val="bg1"/>
                </a:solidFill>
              </a:rPr>
              <a:t>The coefficients of the model-1 are given in the table.</a:t>
            </a:r>
          </a:p>
        </p:txBody>
      </p:sp>
      <p:sp>
        <p:nvSpPr>
          <p:cNvPr id="6" name="TextBox 5">
            <a:extLst>
              <a:ext uri="{FF2B5EF4-FFF2-40B4-BE49-F238E27FC236}">
                <a16:creationId xmlns:a16="http://schemas.microsoft.com/office/drawing/2014/main" id="{D42619B4-2894-1086-DAB9-6B775CC3206B}"/>
              </a:ext>
            </a:extLst>
          </p:cNvPr>
          <p:cNvSpPr txBox="1"/>
          <p:nvPr/>
        </p:nvSpPr>
        <p:spPr>
          <a:xfrm>
            <a:off x="208869" y="4332304"/>
            <a:ext cx="10817197" cy="1200329"/>
          </a:xfrm>
          <a:prstGeom prst="rect">
            <a:avLst/>
          </a:prstGeom>
          <a:noFill/>
        </p:spPr>
        <p:txBody>
          <a:bodyPr wrap="square" rtlCol="0">
            <a:spAutoFit/>
          </a:bodyPr>
          <a:lstStyle/>
          <a:p>
            <a:r>
              <a:rPr lang="en-US">
                <a:solidFill>
                  <a:schemeClr val="bg1"/>
                </a:solidFill>
              </a:rPr>
              <a:t>The model's accuracy is 87.5%, with a specificity of 88.6% and a sensitivity of 86.4%.</a:t>
            </a:r>
          </a:p>
          <a:p>
            <a:endParaRPr lang="en-US">
              <a:solidFill>
                <a:schemeClr val="bg1"/>
              </a:solidFill>
            </a:endParaRPr>
          </a:p>
          <a:p>
            <a:r>
              <a:rPr lang="en-US">
                <a:solidFill>
                  <a:schemeClr val="bg1"/>
                </a:solidFill>
              </a:rPr>
              <a:t>The confusion matrix of best model validation data is given below. The model's accuracy is 81.25%, with a specificity of 81% and a sensitivity of 81%.</a:t>
            </a:r>
          </a:p>
        </p:txBody>
      </p:sp>
      <p:graphicFrame>
        <p:nvGraphicFramePr>
          <p:cNvPr id="2" name="Table 1">
            <a:extLst>
              <a:ext uri="{FF2B5EF4-FFF2-40B4-BE49-F238E27FC236}">
                <a16:creationId xmlns:a16="http://schemas.microsoft.com/office/drawing/2014/main" id="{42174A4A-F991-CC26-B671-9A5E2DEA6EB0}"/>
              </a:ext>
            </a:extLst>
          </p:cNvPr>
          <p:cNvGraphicFramePr>
            <a:graphicFrameLocks noGrp="1"/>
          </p:cNvGraphicFramePr>
          <p:nvPr>
            <p:extLst>
              <p:ext uri="{D42A27DB-BD31-4B8C-83A1-F6EECF244321}">
                <p14:modId xmlns:p14="http://schemas.microsoft.com/office/powerpoint/2010/main" val="1404734478"/>
              </p:ext>
            </p:extLst>
          </p:nvPr>
        </p:nvGraphicFramePr>
        <p:xfrm>
          <a:off x="1136341" y="705774"/>
          <a:ext cx="6702642" cy="1637930"/>
        </p:xfrm>
        <a:graphic>
          <a:graphicData uri="http://schemas.openxmlformats.org/drawingml/2006/table">
            <a:tbl>
              <a:tblPr firstRow="1" firstCol="1" bandRow="1">
                <a:tableStyleId>{5C22544A-7EE6-4342-B048-85BDC9FD1C3A}</a:tableStyleId>
              </a:tblPr>
              <a:tblGrid>
                <a:gridCol w="2307467">
                  <a:extLst>
                    <a:ext uri="{9D8B030D-6E8A-4147-A177-3AD203B41FA5}">
                      <a16:colId xmlns:a16="http://schemas.microsoft.com/office/drawing/2014/main" val="3331326945"/>
                    </a:ext>
                  </a:extLst>
                </a:gridCol>
                <a:gridCol w="1791184">
                  <a:extLst>
                    <a:ext uri="{9D8B030D-6E8A-4147-A177-3AD203B41FA5}">
                      <a16:colId xmlns:a16="http://schemas.microsoft.com/office/drawing/2014/main" val="3423980732"/>
                    </a:ext>
                  </a:extLst>
                </a:gridCol>
                <a:gridCol w="2603991">
                  <a:extLst>
                    <a:ext uri="{9D8B030D-6E8A-4147-A177-3AD203B41FA5}">
                      <a16:colId xmlns:a16="http://schemas.microsoft.com/office/drawing/2014/main" val="1294655155"/>
                    </a:ext>
                  </a:extLst>
                </a:gridCol>
              </a:tblGrid>
              <a:tr h="233990">
                <a:tc>
                  <a:txBody>
                    <a:bodyPr/>
                    <a:lstStyle/>
                    <a:p>
                      <a:pPr algn="ctr">
                        <a:lnSpc>
                          <a:spcPct val="107000"/>
                        </a:lnSpc>
                        <a:spcAft>
                          <a:spcPts val="800"/>
                        </a:spcAft>
                      </a:pPr>
                      <a:r>
                        <a:rPr lang="en-IN" sz="1050">
                          <a:effectLst/>
                        </a:rPr>
                        <a:t>Variable</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050">
                          <a:effectLst/>
                        </a:rPr>
                        <a:t>Estimate</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050">
                          <a:effectLst/>
                        </a:rPr>
                        <a:t>P-value</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extLst>
                  <a:ext uri="{0D108BD9-81ED-4DB2-BD59-A6C34878D82A}">
                    <a16:rowId xmlns:a16="http://schemas.microsoft.com/office/drawing/2014/main" val="1283100016"/>
                  </a:ext>
                </a:extLst>
              </a:tr>
              <a:tr h="233990">
                <a:tc>
                  <a:txBody>
                    <a:bodyPr/>
                    <a:lstStyle/>
                    <a:p>
                      <a:pPr>
                        <a:lnSpc>
                          <a:spcPct val="107000"/>
                        </a:lnSpc>
                        <a:spcAft>
                          <a:spcPts val="800"/>
                        </a:spcAft>
                      </a:pPr>
                      <a:r>
                        <a:rPr lang="en-IN" sz="1050">
                          <a:effectLst/>
                        </a:rPr>
                        <a:t>(Intercept)</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US" sz="1050">
                          <a:effectLst/>
                        </a:rPr>
                        <a:t>-19.142768</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tc>
                  <a:txBody>
                    <a:bodyPr/>
                    <a:lstStyle/>
                    <a:p>
                      <a:pPr algn="ctr">
                        <a:lnSpc>
                          <a:spcPct val="107000"/>
                        </a:lnSpc>
                        <a:spcAft>
                          <a:spcPts val="800"/>
                        </a:spcAft>
                      </a:pPr>
                      <a:r>
                        <a:rPr lang="en-US" sz="1050">
                          <a:effectLst/>
                        </a:rPr>
                        <a:t>0.0007052961</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extLst>
                  <a:ext uri="{0D108BD9-81ED-4DB2-BD59-A6C34878D82A}">
                    <a16:rowId xmlns:a16="http://schemas.microsoft.com/office/drawing/2014/main" val="2557714949"/>
                  </a:ext>
                </a:extLst>
              </a:tr>
              <a:tr h="233990">
                <a:tc>
                  <a:txBody>
                    <a:bodyPr/>
                    <a:lstStyle/>
                    <a:p>
                      <a:pPr>
                        <a:lnSpc>
                          <a:spcPct val="107000"/>
                        </a:lnSpc>
                        <a:spcAft>
                          <a:spcPts val="800"/>
                        </a:spcAft>
                      </a:pPr>
                      <a:r>
                        <a:rPr lang="en-IN" sz="1050">
                          <a:effectLst/>
                        </a:rPr>
                        <a:t>Economy (GDP per Capita)</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US" sz="1050">
                          <a:effectLst/>
                        </a:rPr>
                        <a:t>7.477746</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tc>
                  <a:txBody>
                    <a:bodyPr/>
                    <a:lstStyle/>
                    <a:p>
                      <a:pPr algn="ctr">
                        <a:lnSpc>
                          <a:spcPct val="107000"/>
                        </a:lnSpc>
                        <a:spcAft>
                          <a:spcPts val="800"/>
                        </a:spcAft>
                      </a:pPr>
                      <a:r>
                        <a:rPr lang="en-US" sz="1050">
                          <a:effectLst/>
                        </a:rPr>
                        <a:t>0.0253183052</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extLst>
                  <a:ext uri="{0D108BD9-81ED-4DB2-BD59-A6C34878D82A}">
                    <a16:rowId xmlns:a16="http://schemas.microsoft.com/office/drawing/2014/main" val="3096035887"/>
                  </a:ext>
                </a:extLst>
              </a:tr>
              <a:tr h="233990">
                <a:tc>
                  <a:txBody>
                    <a:bodyPr/>
                    <a:lstStyle/>
                    <a:p>
                      <a:pPr>
                        <a:lnSpc>
                          <a:spcPct val="107000"/>
                        </a:lnSpc>
                        <a:spcAft>
                          <a:spcPts val="800"/>
                        </a:spcAft>
                      </a:pPr>
                      <a:r>
                        <a:rPr lang="en-IN" sz="1050">
                          <a:effectLst/>
                        </a:rPr>
                        <a:t>Family</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US" sz="1050">
                          <a:effectLst/>
                        </a:rPr>
                        <a:t>6.566475</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tc>
                  <a:txBody>
                    <a:bodyPr/>
                    <a:lstStyle/>
                    <a:p>
                      <a:pPr algn="ctr">
                        <a:lnSpc>
                          <a:spcPct val="107000"/>
                        </a:lnSpc>
                        <a:spcAft>
                          <a:spcPts val="800"/>
                        </a:spcAft>
                      </a:pPr>
                      <a:r>
                        <a:rPr lang="en-US" sz="1050">
                          <a:effectLst/>
                        </a:rPr>
                        <a:t>0.0710079997</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extLst>
                  <a:ext uri="{0D108BD9-81ED-4DB2-BD59-A6C34878D82A}">
                    <a16:rowId xmlns:a16="http://schemas.microsoft.com/office/drawing/2014/main" val="3549539350"/>
                  </a:ext>
                </a:extLst>
              </a:tr>
              <a:tr h="233990">
                <a:tc>
                  <a:txBody>
                    <a:bodyPr/>
                    <a:lstStyle/>
                    <a:p>
                      <a:pPr>
                        <a:lnSpc>
                          <a:spcPct val="107000"/>
                        </a:lnSpc>
                        <a:spcAft>
                          <a:spcPts val="800"/>
                        </a:spcAft>
                      </a:pPr>
                      <a:r>
                        <a:rPr lang="en-IN" sz="1050">
                          <a:effectLst/>
                        </a:rPr>
                        <a:t>Health (Life Expectancy)</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US" sz="1050">
                          <a:effectLst/>
                        </a:rPr>
                        <a:t>5.910844</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tc>
                  <a:txBody>
                    <a:bodyPr/>
                    <a:lstStyle/>
                    <a:p>
                      <a:pPr algn="ctr">
                        <a:lnSpc>
                          <a:spcPct val="107000"/>
                        </a:lnSpc>
                        <a:spcAft>
                          <a:spcPts val="800"/>
                        </a:spcAft>
                      </a:pPr>
                      <a:r>
                        <a:rPr lang="en-US" sz="1050">
                          <a:effectLst/>
                        </a:rPr>
                        <a:t>0.1481226606</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extLst>
                  <a:ext uri="{0D108BD9-81ED-4DB2-BD59-A6C34878D82A}">
                    <a16:rowId xmlns:a16="http://schemas.microsoft.com/office/drawing/2014/main" val="4185109281"/>
                  </a:ext>
                </a:extLst>
              </a:tr>
              <a:tr h="233990">
                <a:tc>
                  <a:txBody>
                    <a:bodyPr/>
                    <a:lstStyle/>
                    <a:p>
                      <a:pPr>
                        <a:lnSpc>
                          <a:spcPct val="107000"/>
                        </a:lnSpc>
                        <a:spcAft>
                          <a:spcPts val="800"/>
                        </a:spcAft>
                      </a:pPr>
                      <a:r>
                        <a:rPr lang="en-IN" sz="1050">
                          <a:effectLst/>
                        </a:rPr>
                        <a:t>Freedom</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US" sz="1050">
                          <a:effectLst/>
                        </a:rPr>
                        <a:t>3.238972</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tc>
                  <a:txBody>
                    <a:bodyPr/>
                    <a:lstStyle/>
                    <a:p>
                      <a:pPr algn="ctr">
                        <a:lnSpc>
                          <a:spcPct val="107000"/>
                        </a:lnSpc>
                        <a:spcAft>
                          <a:spcPts val="800"/>
                        </a:spcAft>
                      </a:pPr>
                      <a:r>
                        <a:rPr lang="en-US" sz="1050">
                          <a:effectLst/>
                        </a:rPr>
                        <a:t>0.4162510765</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extLst>
                  <a:ext uri="{0D108BD9-81ED-4DB2-BD59-A6C34878D82A}">
                    <a16:rowId xmlns:a16="http://schemas.microsoft.com/office/drawing/2014/main" val="1094011910"/>
                  </a:ext>
                </a:extLst>
              </a:tr>
              <a:tr h="233990">
                <a:tc>
                  <a:txBody>
                    <a:bodyPr/>
                    <a:lstStyle/>
                    <a:p>
                      <a:pPr>
                        <a:lnSpc>
                          <a:spcPct val="107000"/>
                        </a:lnSpc>
                        <a:spcAft>
                          <a:spcPts val="800"/>
                        </a:spcAft>
                      </a:pPr>
                      <a:r>
                        <a:rPr lang="en-IN" sz="1050">
                          <a:effectLst/>
                        </a:rPr>
                        <a:t>Trust (Government Corruption)</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US" sz="1050">
                          <a:effectLst/>
                        </a:rPr>
                        <a:t>1.735307</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tc>
                  <a:txBody>
                    <a:bodyPr/>
                    <a:lstStyle/>
                    <a:p>
                      <a:pPr algn="ctr">
                        <a:lnSpc>
                          <a:spcPct val="107000"/>
                        </a:lnSpc>
                        <a:spcAft>
                          <a:spcPts val="800"/>
                        </a:spcAft>
                      </a:pPr>
                      <a:r>
                        <a:rPr lang="en-US" sz="1050">
                          <a:effectLst/>
                        </a:rPr>
                        <a:t>0.7592808345</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tc>
                <a:extLst>
                  <a:ext uri="{0D108BD9-81ED-4DB2-BD59-A6C34878D82A}">
                    <a16:rowId xmlns:a16="http://schemas.microsoft.com/office/drawing/2014/main" val="1148540415"/>
                  </a:ext>
                </a:extLst>
              </a:tr>
            </a:tbl>
          </a:graphicData>
        </a:graphic>
      </p:graphicFrame>
      <p:sp>
        <p:nvSpPr>
          <p:cNvPr id="3" name="TextBox 2">
            <a:extLst>
              <a:ext uri="{FF2B5EF4-FFF2-40B4-BE49-F238E27FC236}">
                <a16:creationId xmlns:a16="http://schemas.microsoft.com/office/drawing/2014/main" id="{31711434-1539-194E-AE1B-B2978B63D88A}"/>
              </a:ext>
            </a:extLst>
          </p:cNvPr>
          <p:cNvSpPr txBox="1"/>
          <p:nvPr/>
        </p:nvSpPr>
        <p:spPr>
          <a:xfrm>
            <a:off x="426128" y="2689934"/>
            <a:ext cx="9675406" cy="646331"/>
          </a:xfrm>
          <a:prstGeom prst="rect">
            <a:avLst/>
          </a:prstGeom>
          <a:noFill/>
        </p:spPr>
        <p:txBody>
          <a:bodyPr wrap="none" rtlCol="0">
            <a:spAutoFit/>
          </a:bodyPr>
          <a:lstStyle/>
          <a:p>
            <a:r>
              <a:rPr lang="en-US">
                <a:solidFill>
                  <a:schemeClr val="bg1"/>
                </a:solidFill>
              </a:rPr>
              <a:t>From the table the Economy and Family are statically significant because the p-value is less than 0.05.</a:t>
            </a:r>
          </a:p>
          <a:p>
            <a:r>
              <a:rPr lang="en-US">
                <a:solidFill>
                  <a:schemeClr val="bg1"/>
                </a:solidFill>
              </a:rPr>
              <a:t>The confusion matrix of best model training data is given below.</a:t>
            </a:r>
          </a:p>
        </p:txBody>
      </p:sp>
      <p:graphicFrame>
        <p:nvGraphicFramePr>
          <p:cNvPr id="5" name="Table 4">
            <a:extLst>
              <a:ext uri="{FF2B5EF4-FFF2-40B4-BE49-F238E27FC236}">
                <a16:creationId xmlns:a16="http://schemas.microsoft.com/office/drawing/2014/main" id="{55B79CEA-21D9-A1C0-8F6D-55574C8D2974}"/>
              </a:ext>
            </a:extLst>
          </p:cNvPr>
          <p:cNvGraphicFramePr>
            <a:graphicFrameLocks noGrp="1"/>
          </p:cNvGraphicFramePr>
          <p:nvPr>
            <p:extLst>
              <p:ext uri="{D42A27DB-BD31-4B8C-83A1-F6EECF244321}">
                <p14:modId xmlns:p14="http://schemas.microsoft.com/office/powerpoint/2010/main" val="3619443826"/>
              </p:ext>
            </p:extLst>
          </p:nvPr>
        </p:nvGraphicFramePr>
        <p:xfrm>
          <a:off x="1242874" y="3384772"/>
          <a:ext cx="6897717" cy="774610"/>
        </p:xfrm>
        <a:graphic>
          <a:graphicData uri="http://schemas.openxmlformats.org/drawingml/2006/table">
            <a:tbl>
              <a:tblPr firstRow="1" firstCol="1" bandRow="1">
                <a:tableStyleId>{5C22544A-7EE6-4342-B048-85BDC9FD1C3A}</a:tableStyleId>
              </a:tblPr>
              <a:tblGrid>
                <a:gridCol w="2299239">
                  <a:extLst>
                    <a:ext uri="{9D8B030D-6E8A-4147-A177-3AD203B41FA5}">
                      <a16:colId xmlns:a16="http://schemas.microsoft.com/office/drawing/2014/main" val="442451388"/>
                    </a:ext>
                  </a:extLst>
                </a:gridCol>
                <a:gridCol w="2299239">
                  <a:extLst>
                    <a:ext uri="{9D8B030D-6E8A-4147-A177-3AD203B41FA5}">
                      <a16:colId xmlns:a16="http://schemas.microsoft.com/office/drawing/2014/main" val="2607698693"/>
                    </a:ext>
                  </a:extLst>
                </a:gridCol>
                <a:gridCol w="2299239">
                  <a:extLst>
                    <a:ext uri="{9D8B030D-6E8A-4147-A177-3AD203B41FA5}">
                      <a16:colId xmlns:a16="http://schemas.microsoft.com/office/drawing/2014/main" val="1764530990"/>
                    </a:ext>
                  </a:extLst>
                </a:gridCol>
              </a:tblGrid>
              <a:tr h="250521">
                <a:tc>
                  <a:txBody>
                    <a:bodyPr/>
                    <a:lstStyle/>
                    <a:p>
                      <a:pPr>
                        <a:lnSpc>
                          <a:spcPct val="107000"/>
                        </a:lnSpc>
                      </a:pPr>
                      <a:endParaRPr lang="en-IN" sz="1100">
                        <a:effectLst/>
                        <a:latin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050">
                          <a:effectLst/>
                        </a:rPr>
                        <a:t>Predicted Negative (0)</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050">
                          <a:effectLst/>
                        </a:rPr>
                        <a:t>Predicted Positive (1)</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1088499226"/>
                  </a:ext>
                </a:extLst>
              </a:tr>
              <a:tr h="283923">
                <a:tc>
                  <a:txBody>
                    <a:bodyPr/>
                    <a:lstStyle/>
                    <a:p>
                      <a:pPr>
                        <a:lnSpc>
                          <a:spcPct val="107000"/>
                        </a:lnSpc>
                        <a:spcAft>
                          <a:spcPts val="800"/>
                        </a:spcAft>
                      </a:pPr>
                      <a:r>
                        <a:rPr lang="en-IN" sz="1050">
                          <a:effectLst/>
                        </a:rPr>
                        <a:t>Actual Negative (0)</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47</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6</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1221113640"/>
                  </a:ext>
                </a:extLst>
              </a:tr>
              <a:tr h="240166">
                <a:tc>
                  <a:txBody>
                    <a:bodyPr/>
                    <a:lstStyle/>
                    <a:p>
                      <a:pPr>
                        <a:lnSpc>
                          <a:spcPct val="107000"/>
                        </a:lnSpc>
                        <a:spcAft>
                          <a:spcPts val="800"/>
                        </a:spcAft>
                      </a:pPr>
                      <a:r>
                        <a:rPr lang="en-IN" sz="1050">
                          <a:effectLst/>
                        </a:rPr>
                        <a:t>Actual Positive (1)</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2</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39</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303356868"/>
                  </a:ext>
                </a:extLst>
              </a:tr>
            </a:tbl>
          </a:graphicData>
        </a:graphic>
      </p:graphicFrame>
      <p:graphicFrame>
        <p:nvGraphicFramePr>
          <p:cNvPr id="8" name="Table 7">
            <a:extLst>
              <a:ext uri="{FF2B5EF4-FFF2-40B4-BE49-F238E27FC236}">
                <a16:creationId xmlns:a16="http://schemas.microsoft.com/office/drawing/2014/main" id="{8325CB6A-8755-02D2-A3B2-33966EEB9D8C}"/>
              </a:ext>
            </a:extLst>
          </p:cNvPr>
          <p:cNvGraphicFramePr>
            <a:graphicFrameLocks noGrp="1"/>
          </p:cNvGraphicFramePr>
          <p:nvPr>
            <p:extLst>
              <p:ext uri="{D42A27DB-BD31-4B8C-83A1-F6EECF244321}">
                <p14:modId xmlns:p14="http://schemas.microsoft.com/office/powerpoint/2010/main" val="2897723129"/>
              </p:ext>
            </p:extLst>
          </p:nvPr>
        </p:nvGraphicFramePr>
        <p:xfrm>
          <a:off x="1242874" y="5676078"/>
          <a:ext cx="6897717" cy="779661"/>
        </p:xfrm>
        <a:graphic>
          <a:graphicData uri="http://schemas.openxmlformats.org/drawingml/2006/table">
            <a:tbl>
              <a:tblPr firstRow="1" firstCol="1" bandRow="1">
                <a:tableStyleId>{5C22544A-7EE6-4342-B048-85BDC9FD1C3A}</a:tableStyleId>
              </a:tblPr>
              <a:tblGrid>
                <a:gridCol w="2299239">
                  <a:extLst>
                    <a:ext uri="{9D8B030D-6E8A-4147-A177-3AD203B41FA5}">
                      <a16:colId xmlns:a16="http://schemas.microsoft.com/office/drawing/2014/main" val="3433052392"/>
                    </a:ext>
                  </a:extLst>
                </a:gridCol>
                <a:gridCol w="2299239">
                  <a:extLst>
                    <a:ext uri="{9D8B030D-6E8A-4147-A177-3AD203B41FA5}">
                      <a16:colId xmlns:a16="http://schemas.microsoft.com/office/drawing/2014/main" val="3348012044"/>
                    </a:ext>
                  </a:extLst>
                </a:gridCol>
                <a:gridCol w="2299239">
                  <a:extLst>
                    <a:ext uri="{9D8B030D-6E8A-4147-A177-3AD203B41FA5}">
                      <a16:colId xmlns:a16="http://schemas.microsoft.com/office/drawing/2014/main" val="1849005349"/>
                    </a:ext>
                  </a:extLst>
                </a:gridCol>
              </a:tblGrid>
              <a:tr h="252154">
                <a:tc>
                  <a:txBody>
                    <a:bodyPr/>
                    <a:lstStyle/>
                    <a:p>
                      <a:pPr>
                        <a:lnSpc>
                          <a:spcPct val="107000"/>
                        </a:lnSpc>
                      </a:pPr>
                      <a:endParaRPr lang="en-IN" sz="1100">
                        <a:effectLst/>
                        <a:latin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050">
                          <a:effectLst/>
                        </a:rPr>
                        <a:t>Predicted Negative (0)</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050">
                          <a:effectLst/>
                        </a:rPr>
                        <a:t>Predicted Positive (1)</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2461644973"/>
                  </a:ext>
                </a:extLst>
              </a:tr>
              <a:tr h="285775">
                <a:tc>
                  <a:txBody>
                    <a:bodyPr/>
                    <a:lstStyle/>
                    <a:p>
                      <a:pPr>
                        <a:lnSpc>
                          <a:spcPct val="107000"/>
                        </a:lnSpc>
                        <a:spcAft>
                          <a:spcPts val="800"/>
                        </a:spcAft>
                      </a:pPr>
                      <a:r>
                        <a:rPr lang="en-IN" sz="1050">
                          <a:effectLst/>
                        </a:rPr>
                        <a:t>Actual Negative (0)</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30</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7</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2144885342"/>
                  </a:ext>
                </a:extLst>
              </a:tr>
              <a:tr h="241732">
                <a:tc>
                  <a:txBody>
                    <a:bodyPr/>
                    <a:lstStyle/>
                    <a:p>
                      <a:pPr>
                        <a:lnSpc>
                          <a:spcPct val="107000"/>
                        </a:lnSpc>
                        <a:spcAft>
                          <a:spcPts val="800"/>
                        </a:spcAft>
                      </a:pPr>
                      <a:r>
                        <a:rPr lang="en-IN" sz="1050">
                          <a:effectLst/>
                        </a:rPr>
                        <a:t>Actual Positive (1)</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5</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22</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4194150835"/>
                  </a:ext>
                </a:extLst>
              </a:tr>
            </a:tbl>
          </a:graphicData>
        </a:graphic>
      </p:graphicFrame>
    </p:spTree>
    <p:extLst>
      <p:ext uri="{BB962C8B-B14F-4D97-AF65-F5344CB8AC3E}">
        <p14:creationId xmlns:p14="http://schemas.microsoft.com/office/powerpoint/2010/main" val="28336642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8</a:t>
            </a:fld>
            <a:endParaRPr lang="en-US" dirty="0"/>
          </a:p>
        </p:txBody>
      </p:sp>
      <p:sp>
        <p:nvSpPr>
          <p:cNvPr id="3" name="TextBox 2">
            <a:extLst>
              <a:ext uri="{FF2B5EF4-FFF2-40B4-BE49-F238E27FC236}">
                <a16:creationId xmlns:a16="http://schemas.microsoft.com/office/drawing/2014/main" id="{31711434-1539-194E-AE1B-B2978B63D88A}"/>
              </a:ext>
            </a:extLst>
          </p:cNvPr>
          <p:cNvSpPr txBox="1"/>
          <p:nvPr/>
        </p:nvSpPr>
        <p:spPr>
          <a:xfrm>
            <a:off x="221942" y="372862"/>
            <a:ext cx="11070898" cy="923330"/>
          </a:xfrm>
          <a:prstGeom prst="rect">
            <a:avLst/>
          </a:prstGeom>
          <a:noFill/>
        </p:spPr>
        <p:txBody>
          <a:bodyPr wrap="square" rtlCol="0">
            <a:spAutoFit/>
          </a:bodyPr>
          <a:lstStyle/>
          <a:p>
            <a:endParaRPr lang="en-US">
              <a:solidFill>
                <a:schemeClr val="bg1"/>
              </a:solidFill>
            </a:endParaRPr>
          </a:p>
          <a:p>
            <a:r>
              <a:rPr lang="en-US">
                <a:solidFill>
                  <a:schemeClr val="bg1"/>
                </a:solidFill>
              </a:rPr>
              <a:t>The plot shows that the model has a high AUC-ROC value of 0.9113, indicating high accuracy in correctly classifying the data with low false positives and false negatives.</a:t>
            </a:r>
          </a:p>
        </p:txBody>
      </p:sp>
      <p:pic>
        <p:nvPicPr>
          <p:cNvPr id="11" name="Picture 10">
            <a:extLst>
              <a:ext uri="{FF2B5EF4-FFF2-40B4-BE49-F238E27FC236}">
                <a16:creationId xmlns:a16="http://schemas.microsoft.com/office/drawing/2014/main" id="{4E4614FD-0C4B-3169-ADCA-C48C3106952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31537" y="1855174"/>
            <a:ext cx="5790565" cy="3573780"/>
          </a:xfrm>
          <a:prstGeom prst="rect">
            <a:avLst/>
          </a:prstGeom>
          <a:noFill/>
        </p:spPr>
      </p:pic>
    </p:spTree>
    <p:extLst>
      <p:ext uri="{BB962C8B-B14F-4D97-AF65-F5344CB8AC3E}">
        <p14:creationId xmlns:p14="http://schemas.microsoft.com/office/powerpoint/2010/main" val="3303873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1044388" y="411604"/>
            <a:ext cx="10103224" cy="706658"/>
          </a:xfrm>
        </p:spPr>
        <p:txBody>
          <a:bodyPr/>
          <a:lstStyle/>
          <a:p>
            <a:r>
              <a:rPr lang="en-US" sz="3000"/>
              <a:t>Summary of neural network analysis</a:t>
            </a:r>
            <a:endParaRPr lang="en-US" sz="3000" dirty="0"/>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9</a:t>
            </a:fld>
            <a:endParaRPr lang="en-US" dirty="0"/>
          </a:p>
        </p:txBody>
      </p:sp>
      <p:sp>
        <p:nvSpPr>
          <p:cNvPr id="3" name="TextBox 2">
            <a:extLst>
              <a:ext uri="{FF2B5EF4-FFF2-40B4-BE49-F238E27FC236}">
                <a16:creationId xmlns:a16="http://schemas.microsoft.com/office/drawing/2014/main" id="{1E3F239A-EB8D-0E1B-7274-F92C7A1CA94F}"/>
              </a:ext>
            </a:extLst>
          </p:cNvPr>
          <p:cNvSpPr txBox="1"/>
          <p:nvPr/>
        </p:nvSpPr>
        <p:spPr>
          <a:xfrm>
            <a:off x="736847" y="1322773"/>
            <a:ext cx="10994905" cy="646331"/>
          </a:xfrm>
          <a:prstGeom prst="rect">
            <a:avLst/>
          </a:prstGeom>
          <a:noFill/>
        </p:spPr>
        <p:txBody>
          <a:bodyPr wrap="square" rtlCol="0">
            <a:spAutoFit/>
          </a:bodyPr>
          <a:lstStyle/>
          <a:p>
            <a:r>
              <a:rPr lang="en-US">
                <a:solidFill>
                  <a:schemeClr val="bg1"/>
                </a:solidFill>
              </a:rPr>
              <a:t>The neural network model with 10 neurons and a feature set consisting of Economy(GDP per Capita), Family, and Freedom has been identified as the best model.</a:t>
            </a:r>
            <a:endParaRPr lang="en-IN">
              <a:solidFill>
                <a:schemeClr val="bg1"/>
              </a:solidFill>
            </a:endParaRPr>
          </a:p>
        </p:txBody>
      </p:sp>
      <p:pic>
        <p:nvPicPr>
          <p:cNvPr id="5" name="Picture">
            <a:extLst>
              <a:ext uri="{FF2B5EF4-FFF2-40B4-BE49-F238E27FC236}">
                <a16:creationId xmlns:a16="http://schemas.microsoft.com/office/drawing/2014/main" id="{C317F192-D3A8-08AB-19E5-FCFBA6B83AB8}"/>
              </a:ext>
            </a:extLst>
          </p:cNvPr>
          <p:cNvPicPr/>
          <p:nvPr/>
        </p:nvPicPr>
        <p:blipFill>
          <a:blip r:embed="rId3">
            <a:extLst>
              <a:ext uri="{28A0092B-C50C-407E-A947-70E740481C1C}">
                <a14:useLocalDpi xmlns:a14="http://schemas.microsoft.com/office/drawing/2010/main" val="0"/>
              </a:ext>
            </a:extLst>
          </a:blip>
          <a:stretch>
            <a:fillRect/>
          </a:stretch>
        </p:blipFill>
        <p:spPr bwMode="auto">
          <a:xfrm>
            <a:off x="3536819" y="2440065"/>
            <a:ext cx="5394960" cy="3238500"/>
          </a:xfrm>
          <a:prstGeom prst="rect">
            <a:avLst/>
          </a:prstGeom>
          <a:noFill/>
          <a:ln w="9525">
            <a:noFill/>
            <a:headEnd/>
            <a:tailEnd/>
          </a:ln>
        </p:spPr>
      </p:pic>
    </p:spTree>
    <p:extLst>
      <p:ext uri="{BB962C8B-B14F-4D97-AF65-F5344CB8AC3E}">
        <p14:creationId xmlns:p14="http://schemas.microsoft.com/office/powerpoint/2010/main" val="3257732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1044388" y="411604"/>
            <a:ext cx="10103224" cy="706658"/>
          </a:xfrm>
        </p:spPr>
        <p:txBody>
          <a:bodyPr/>
          <a:lstStyle/>
          <a:p>
            <a:r>
              <a:rPr lang="en-US" sz="3000"/>
              <a:t>Summary of neural network analysis</a:t>
            </a:r>
            <a:endParaRPr lang="en-US" sz="3000" dirty="0"/>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10</a:t>
            </a:fld>
            <a:endParaRPr lang="en-US" dirty="0"/>
          </a:p>
        </p:txBody>
      </p:sp>
      <p:sp>
        <p:nvSpPr>
          <p:cNvPr id="3" name="TextBox 2">
            <a:extLst>
              <a:ext uri="{FF2B5EF4-FFF2-40B4-BE49-F238E27FC236}">
                <a16:creationId xmlns:a16="http://schemas.microsoft.com/office/drawing/2014/main" id="{1E3F239A-EB8D-0E1B-7274-F92C7A1CA94F}"/>
              </a:ext>
            </a:extLst>
          </p:cNvPr>
          <p:cNvSpPr txBox="1"/>
          <p:nvPr/>
        </p:nvSpPr>
        <p:spPr>
          <a:xfrm>
            <a:off x="736847" y="1322773"/>
            <a:ext cx="10994905" cy="369332"/>
          </a:xfrm>
          <a:prstGeom prst="rect">
            <a:avLst/>
          </a:prstGeom>
          <a:noFill/>
        </p:spPr>
        <p:txBody>
          <a:bodyPr wrap="square" rtlCol="0">
            <a:spAutoFit/>
          </a:bodyPr>
          <a:lstStyle/>
          <a:p>
            <a:r>
              <a:rPr lang="en-US">
                <a:solidFill>
                  <a:schemeClr val="bg1"/>
                </a:solidFill>
              </a:rPr>
              <a:t>The confusion matrix of best model training data is given below.</a:t>
            </a:r>
            <a:endParaRPr lang="en-IN">
              <a:solidFill>
                <a:schemeClr val="bg1"/>
              </a:solidFill>
            </a:endParaRPr>
          </a:p>
        </p:txBody>
      </p:sp>
      <p:graphicFrame>
        <p:nvGraphicFramePr>
          <p:cNvPr id="6" name="Table 5">
            <a:extLst>
              <a:ext uri="{FF2B5EF4-FFF2-40B4-BE49-F238E27FC236}">
                <a16:creationId xmlns:a16="http://schemas.microsoft.com/office/drawing/2014/main" id="{F1BC2B0E-A2B9-A3BE-B500-0B3618024B30}"/>
              </a:ext>
            </a:extLst>
          </p:cNvPr>
          <p:cNvGraphicFramePr>
            <a:graphicFrameLocks noGrp="1"/>
          </p:cNvGraphicFramePr>
          <p:nvPr>
            <p:extLst>
              <p:ext uri="{D42A27DB-BD31-4B8C-83A1-F6EECF244321}">
                <p14:modId xmlns:p14="http://schemas.microsoft.com/office/powerpoint/2010/main" val="809370440"/>
              </p:ext>
            </p:extLst>
          </p:nvPr>
        </p:nvGraphicFramePr>
        <p:xfrm>
          <a:off x="2441361" y="2070716"/>
          <a:ext cx="6560367" cy="867346"/>
        </p:xfrm>
        <a:graphic>
          <a:graphicData uri="http://schemas.openxmlformats.org/drawingml/2006/table">
            <a:tbl>
              <a:tblPr firstRow="1" firstCol="1" bandRow="1">
                <a:tableStyleId>{5C22544A-7EE6-4342-B048-85BDC9FD1C3A}</a:tableStyleId>
              </a:tblPr>
              <a:tblGrid>
                <a:gridCol w="2186789">
                  <a:extLst>
                    <a:ext uri="{9D8B030D-6E8A-4147-A177-3AD203B41FA5}">
                      <a16:colId xmlns:a16="http://schemas.microsoft.com/office/drawing/2014/main" val="2808046288"/>
                    </a:ext>
                  </a:extLst>
                </a:gridCol>
                <a:gridCol w="2186789">
                  <a:extLst>
                    <a:ext uri="{9D8B030D-6E8A-4147-A177-3AD203B41FA5}">
                      <a16:colId xmlns:a16="http://schemas.microsoft.com/office/drawing/2014/main" val="2259990496"/>
                    </a:ext>
                  </a:extLst>
                </a:gridCol>
                <a:gridCol w="2186789">
                  <a:extLst>
                    <a:ext uri="{9D8B030D-6E8A-4147-A177-3AD203B41FA5}">
                      <a16:colId xmlns:a16="http://schemas.microsoft.com/office/drawing/2014/main" val="1353927141"/>
                    </a:ext>
                  </a:extLst>
                </a:gridCol>
              </a:tblGrid>
              <a:tr h="280513">
                <a:tc>
                  <a:txBody>
                    <a:bodyPr/>
                    <a:lstStyle/>
                    <a:p>
                      <a:pPr>
                        <a:lnSpc>
                          <a:spcPct val="107000"/>
                        </a:lnSpc>
                      </a:pPr>
                      <a:endParaRPr lang="en-IN" sz="1100">
                        <a:effectLst/>
                        <a:latin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050">
                          <a:effectLst/>
                        </a:rPr>
                        <a:t>Predicted Negative (0)</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050">
                          <a:effectLst/>
                        </a:rPr>
                        <a:t>Predicted Positive (1)</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3071378787"/>
                  </a:ext>
                </a:extLst>
              </a:tr>
              <a:tr h="317915">
                <a:tc>
                  <a:txBody>
                    <a:bodyPr/>
                    <a:lstStyle/>
                    <a:p>
                      <a:pPr>
                        <a:lnSpc>
                          <a:spcPct val="107000"/>
                        </a:lnSpc>
                        <a:spcAft>
                          <a:spcPts val="800"/>
                        </a:spcAft>
                      </a:pPr>
                      <a:r>
                        <a:rPr lang="en-IN" sz="1050">
                          <a:effectLst/>
                        </a:rPr>
                        <a:t>Actual Negative (0)</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46</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7</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1351525380"/>
                  </a:ext>
                </a:extLst>
              </a:tr>
              <a:tr h="268918">
                <a:tc>
                  <a:txBody>
                    <a:bodyPr/>
                    <a:lstStyle/>
                    <a:p>
                      <a:pPr>
                        <a:lnSpc>
                          <a:spcPct val="107000"/>
                        </a:lnSpc>
                        <a:spcAft>
                          <a:spcPts val="800"/>
                        </a:spcAft>
                      </a:pPr>
                      <a:r>
                        <a:rPr lang="en-IN" sz="1050">
                          <a:effectLst/>
                        </a:rPr>
                        <a:t>Actual Positive (1)</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3</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38</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1430104974"/>
                  </a:ext>
                </a:extLst>
              </a:tr>
            </a:tbl>
          </a:graphicData>
        </a:graphic>
      </p:graphicFrame>
      <p:sp>
        <p:nvSpPr>
          <p:cNvPr id="7" name="TextBox 6">
            <a:extLst>
              <a:ext uri="{FF2B5EF4-FFF2-40B4-BE49-F238E27FC236}">
                <a16:creationId xmlns:a16="http://schemas.microsoft.com/office/drawing/2014/main" id="{16D53496-4F35-EAC8-EBDE-798D4CD20A4A}"/>
              </a:ext>
            </a:extLst>
          </p:cNvPr>
          <p:cNvSpPr txBox="1"/>
          <p:nvPr/>
        </p:nvSpPr>
        <p:spPr>
          <a:xfrm>
            <a:off x="736847" y="3346882"/>
            <a:ext cx="8380520" cy="923330"/>
          </a:xfrm>
          <a:prstGeom prst="rect">
            <a:avLst/>
          </a:prstGeom>
          <a:noFill/>
        </p:spPr>
        <p:txBody>
          <a:bodyPr wrap="square" rtlCol="0">
            <a:spAutoFit/>
          </a:bodyPr>
          <a:lstStyle/>
          <a:p>
            <a:r>
              <a:rPr lang="en-US">
                <a:solidFill>
                  <a:schemeClr val="bg1"/>
                </a:solidFill>
              </a:rPr>
              <a:t>The model's accuracy is 88%, with a specificity of 87% and a sensitivity of 93%.</a:t>
            </a:r>
          </a:p>
          <a:p>
            <a:endParaRPr lang="en-US">
              <a:solidFill>
                <a:schemeClr val="bg1"/>
              </a:solidFill>
            </a:endParaRPr>
          </a:p>
          <a:p>
            <a:r>
              <a:rPr lang="en-US">
                <a:solidFill>
                  <a:schemeClr val="bg1"/>
                </a:solidFill>
              </a:rPr>
              <a:t>The confusion matrix of best model validation data is given below.</a:t>
            </a:r>
          </a:p>
        </p:txBody>
      </p:sp>
      <p:graphicFrame>
        <p:nvGraphicFramePr>
          <p:cNvPr id="8" name="Table 7">
            <a:extLst>
              <a:ext uri="{FF2B5EF4-FFF2-40B4-BE49-F238E27FC236}">
                <a16:creationId xmlns:a16="http://schemas.microsoft.com/office/drawing/2014/main" id="{A90B7275-A667-EB7D-E458-CE92D1DDA926}"/>
              </a:ext>
            </a:extLst>
          </p:cNvPr>
          <p:cNvGraphicFramePr>
            <a:graphicFrameLocks noGrp="1"/>
          </p:cNvGraphicFramePr>
          <p:nvPr>
            <p:extLst>
              <p:ext uri="{D42A27DB-BD31-4B8C-83A1-F6EECF244321}">
                <p14:modId xmlns:p14="http://schemas.microsoft.com/office/powerpoint/2010/main" val="845693337"/>
              </p:ext>
            </p:extLst>
          </p:nvPr>
        </p:nvGraphicFramePr>
        <p:xfrm>
          <a:off x="2441361" y="4384518"/>
          <a:ext cx="6560367" cy="826673"/>
        </p:xfrm>
        <a:graphic>
          <a:graphicData uri="http://schemas.openxmlformats.org/drawingml/2006/table">
            <a:tbl>
              <a:tblPr firstRow="1" firstCol="1" bandRow="1">
                <a:tableStyleId>{5C22544A-7EE6-4342-B048-85BDC9FD1C3A}</a:tableStyleId>
              </a:tblPr>
              <a:tblGrid>
                <a:gridCol w="2186789">
                  <a:extLst>
                    <a:ext uri="{9D8B030D-6E8A-4147-A177-3AD203B41FA5}">
                      <a16:colId xmlns:a16="http://schemas.microsoft.com/office/drawing/2014/main" val="3173142286"/>
                    </a:ext>
                  </a:extLst>
                </a:gridCol>
                <a:gridCol w="2186789">
                  <a:extLst>
                    <a:ext uri="{9D8B030D-6E8A-4147-A177-3AD203B41FA5}">
                      <a16:colId xmlns:a16="http://schemas.microsoft.com/office/drawing/2014/main" val="113492313"/>
                    </a:ext>
                  </a:extLst>
                </a:gridCol>
                <a:gridCol w="2186789">
                  <a:extLst>
                    <a:ext uri="{9D8B030D-6E8A-4147-A177-3AD203B41FA5}">
                      <a16:colId xmlns:a16="http://schemas.microsoft.com/office/drawing/2014/main" val="1932082363"/>
                    </a:ext>
                  </a:extLst>
                </a:gridCol>
              </a:tblGrid>
              <a:tr h="267359">
                <a:tc>
                  <a:txBody>
                    <a:bodyPr/>
                    <a:lstStyle/>
                    <a:p>
                      <a:pPr>
                        <a:lnSpc>
                          <a:spcPct val="107000"/>
                        </a:lnSpc>
                      </a:pPr>
                      <a:endParaRPr lang="en-IN" sz="1100">
                        <a:effectLst/>
                        <a:latin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050">
                          <a:effectLst/>
                        </a:rPr>
                        <a:t>Predicted Negative (0)</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050">
                          <a:effectLst/>
                        </a:rPr>
                        <a:t>Predicted Positive (1)</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1643597469"/>
                  </a:ext>
                </a:extLst>
              </a:tr>
              <a:tr h="303006">
                <a:tc>
                  <a:txBody>
                    <a:bodyPr/>
                    <a:lstStyle/>
                    <a:p>
                      <a:pPr>
                        <a:lnSpc>
                          <a:spcPct val="107000"/>
                        </a:lnSpc>
                        <a:spcAft>
                          <a:spcPts val="800"/>
                        </a:spcAft>
                      </a:pPr>
                      <a:r>
                        <a:rPr lang="en-IN" sz="1050">
                          <a:effectLst/>
                        </a:rPr>
                        <a:t>Actual Negative (0)</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30</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6</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455917911"/>
                  </a:ext>
                </a:extLst>
              </a:tr>
              <a:tr h="256308">
                <a:tc>
                  <a:txBody>
                    <a:bodyPr/>
                    <a:lstStyle/>
                    <a:p>
                      <a:pPr>
                        <a:lnSpc>
                          <a:spcPct val="107000"/>
                        </a:lnSpc>
                        <a:spcAft>
                          <a:spcPts val="800"/>
                        </a:spcAft>
                      </a:pPr>
                      <a:r>
                        <a:rPr lang="en-IN" sz="1050">
                          <a:effectLst/>
                        </a:rPr>
                        <a:t>Actual Positive (1)</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5</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23</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2159537838"/>
                  </a:ext>
                </a:extLst>
              </a:tr>
            </a:tbl>
          </a:graphicData>
        </a:graphic>
      </p:graphicFrame>
      <p:sp>
        <p:nvSpPr>
          <p:cNvPr id="9" name="TextBox 8">
            <a:extLst>
              <a:ext uri="{FF2B5EF4-FFF2-40B4-BE49-F238E27FC236}">
                <a16:creationId xmlns:a16="http://schemas.microsoft.com/office/drawing/2014/main" id="{B58EFC44-8D3B-8CF6-C679-7706289D45F2}"/>
              </a:ext>
            </a:extLst>
          </p:cNvPr>
          <p:cNvSpPr txBox="1"/>
          <p:nvPr/>
        </p:nvSpPr>
        <p:spPr>
          <a:xfrm>
            <a:off x="736849" y="5740323"/>
            <a:ext cx="8114786" cy="369332"/>
          </a:xfrm>
          <a:prstGeom prst="rect">
            <a:avLst/>
          </a:prstGeom>
          <a:noFill/>
        </p:spPr>
        <p:txBody>
          <a:bodyPr wrap="none" rtlCol="0">
            <a:spAutoFit/>
          </a:bodyPr>
          <a:lstStyle/>
          <a:p>
            <a:r>
              <a:rPr lang="en-US">
                <a:solidFill>
                  <a:schemeClr val="bg1"/>
                </a:solidFill>
              </a:rPr>
              <a:t>The model's accuracy is 81%, with a specificity of 82.14% and a sensitivity of 83.33%.</a:t>
            </a:r>
            <a:endParaRPr lang="en-IN">
              <a:solidFill>
                <a:schemeClr val="bg1"/>
              </a:solidFill>
            </a:endParaRPr>
          </a:p>
        </p:txBody>
      </p:sp>
    </p:spTree>
    <p:extLst>
      <p:ext uri="{BB962C8B-B14F-4D97-AF65-F5344CB8AC3E}">
        <p14:creationId xmlns:p14="http://schemas.microsoft.com/office/powerpoint/2010/main" val="3251102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1143000" y="446418"/>
            <a:ext cx="9906000" cy="659362"/>
          </a:xfrm>
        </p:spPr>
        <p:txBody>
          <a:bodyPr/>
          <a:lstStyle/>
          <a:p>
            <a:r>
              <a:rPr lang="en-US" sz="2400"/>
              <a:t>Summary of Classification Tree, bagging, boosting, random forest analysis</a:t>
            </a:r>
            <a:endParaRPr lang="en-US" sz="2400" dirty="0"/>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11</a:t>
            </a:fld>
            <a:endParaRPr lang="en-US" dirty="0"/>
          </a:p>
        </p:txBody>
      </p:sp>
      <p:sp>
        <p:nvSpPr>
          <p:cNvPr id="7" name="Text Placeholder 6">
            <a:extLst>
              <a:ext uri="{FF2B5EF4-FFF2-40B4-BE49-F238E27FC236}">
                <a16:creationId xmlns:a16="http://schemas.microsoft.com/office/drawing/2014/main" id="{DBF8BE56-5182-B3AD-685C-DF41B345EDB9}"/>
              </a:ext>
            </a:extLst>
          </p:cNvPr>
          <p:cNvSpPr>
            <a:spLocks noGrp="1"/>
          </p:cNvSpPr>
          <p:nvPr>
            <p:ph type="body" idx="1"/>
          </p:nvPr>
        </p:nvSpPr>
        <p:spPr>
          <a:xfrm>
            <a:off x="201714" y="1317164"/>
            <a:ext cx="11694364" cy="795722"/>
          </a:xfrm>
        </p:spPr>
        <p:txBody>
          <a:bodyPr vert="horz" lIns="91440" tIns="45720" rIns="91440" bIns="45720" rtlCol="0" anchor="t">
            <a:noAutofit/>
          </a:bodyPr>
          <a:lstStyle/>
          <a:p>
            <a:pPr algn="l"/>
            <a:r>
              <a:rPr lang="en-US" sz="1900">
                <a:latin typeface="Calibri"/>
                <a:cs typeface="Times New Roman"/>
              </a:rPr>
              <a:t>The tree was built with all variables. Variables actually used in tree construction are “Economy..GDP.per.Capita.”, “Family”, “Freedom”, “Health..Life.Expectancy.”, “Trust..Government.Corruption”. The classification tree is shown below:</a:t>
            </a:r>
            <a:endParaRPr lang="en-US" sz="1900" dirty="0">
              <a:latin typeface="Calibri"/>
              <a:cs typeface="Calibri"/>
            </a:endParaRPr>
          </a:p>
        </p:txBody>
      </p:sp>
      <p:pic>
        <p:nvPicPr>
          <p:cNvPr id="5" name="Picture 4">
            <a:extLst>
              <a:ext uri="{FF2B5EF4-FFF2-40B4-BE49-F238E27FC236}">
                <a16:creationId xmlns:a16="http://schemas.microsoft.com/office/drawing/2014/main" id="{9A0E6D92-9DA1-34BA-9EBE-04452E0F8C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0458" y="2201515"/>
            <a:ext cx="4267200" cy="3413760"/>
          </a:xfrm>
          <a:prstGeom prst="rect">
            <a:avLst/>
          </a:prstGeom>
        </p:spPr>
      </p:pic>
    </p:spTree>
    <p:extLst>
      <p:ext uri="{BB962C8B-B14F-4D97-AF65-F5344CB8AC3E}">
        <p14:creationId xmlns:p14="http://schemas.microsoft.com/office/powerpoint/2010/main" val="313480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12</a:t>
            </a:fld>
            <a:endParaRPr lang="en-US" dirty="0"/>
          </a:p>
        </p:txBody>
      </p:sp>
      <p:sp>
        <p:nvSpPr>
          <p:cNvPr id="12" name="TextBox 11">
            <a:extLst>
              <a:ext uri="{FF2B5EF4-FFF2-40B4-BE49-F238E27FC236}">
                <a16:creationId xmlns:a16="http://schemas.microsoft.com/office/drawing/2014/main" id="{14B3F983-25D0-069F-06F6-3A54B5887216}"/>
              </a:ext>
            </a:extLst>
          </p:cNvPr>
          <p:cNvSpPr txBox="1"/>
          <p:nvPr/>
        </p:nvSpPr>
        <p:spPr>
          <a:xfrm>
            <a:off x="654611" y="714031"/>
            <a:ext cx="8468824" cy="677108"/>
          </a:xfrm>
          <a:prstGeom prst="rect">
            <a:avLst/>
          </a:prstGeom>
          <a:noFill/>
        </p:spPr>
        <p:txBody>
          <a:bodyPr wrap="square" lIns="91440" tIns="45720" rIns="91440" bIns="45720" rtlCol="0" anchor="t">
            <a:spAutoFit/>
          </a:bodyPr>
          <a:lstStyle/>
          <a:p>
            <a:r>
              <a:rPr lang="en-IN" sz="1900" dirty="0">
                <a:solidFill>
                  <a:schemeClr val="bg1"/>
                </a:solidFill>
                <a:effectLst/>
                <a:ea typeface="Calibri" panose="020F0502020204030204" pitchFamily="34" charset="0"/>
              </a:rPr>
              <a:t>The confusion matrix </a:t>
            </a:r>
            <a:r>
              <a:rPr lang="en-IN" sz="1900">
                <a:solidFill>
                  <a:schemeClr val="bg1"/>
                </a:solidFill>
                <a:effectLst/>
                <a:ea typeface="Calibri" panose="020F0502020204030204" pitchFamily="34" charset="0"/>
              </a:rPr>
              <a:t>of</a:t>
            </a:r>
            <a:r>
              <a:rPr lang="en-IN" sz="1900">
                <a:solidFill>
                  <a:schemeClr val="bg1"/>
                </a:solidFill>
                <a:ea typeface="Calibri" panose="020F0502020204030204" pitchFamily="34" charset="0"/>
              </a:rPr>
              <a:t> classification </a:t>
            </a:r>
            <a:r>
              <a:rPr lang="en-IN" sz="1900" dirty="0">
                <a:solidFill>
                  <a:schemeClr val="bg1"/>
                </a:solidFill>
                <a:ea typeface="Calibri" panose="020F0502020204030204" pitchFamily="34" charset="0"/>
              </a:rPr>
              <a:t>tree model</a:t>
            </a:r>
            <a:r>
              <a:rPr lang="en-IN" sz="1900" dirty="0">
                <a:solidFill>
                  <a:schemeClr val="bg1"/>
                </a:solidFill>
                <a:effectLst/>
                <a:ea typeface="Calibri" panose="020F0502020204030204" pitchFamily="34" charset="0"/>
              </a:rPr>
              <a:t> for training data is given below:</a:t>
            </a:r>
            <a:endParaRPr lang="en-IN" sz="1900" dirty="0">
              <a:solidFill>
                <a:schemeClr val="bg1"/>
              </a:solidFill>
              <a:effectLst/>
              <a:ea typeface="Arial" panose="020B0604020202020204" pitchFamily="34" charset="0"/>
            </a:endParaRPr>
          </a:p>
          <a:p>
            <a:endParaRPr lang="en-IN" sz="1900">
              <a:solidFill>
                <a:schemeClr val="bg1"/>
              </a:solidFill>
            </a:endParaRPr>
          </a:p>
        </p:txBody>
      </p:sp>
      <p:sp>
        <p:nvSpPr>
          <p:cNvPr id="13" name="TextBox 12">
            <a:extLst>
              <a:ext uri="{FF2B5EF4-FFF2-40B4-BE49-F238E27FC236}">
                <a16:creationId xmlns:a16="http://schemas.microsoft.com/office/drawing/2014/main" id="{CDE52FB1-4909-A247-7251-4482698B777C}"/>
              </a:ext>
            </a:extLst>
          </p:cNvPr>
          <p:cNvSpPr txBox="1"/>
          <p:nvPr/>
        </p:nvSpPr>
        <p:spPr>
          <a:xfrm>
            <a:off x="654611" y="2889909"/>
            <a:ext cx="11560703" cy="384721"/>
          </a:xfrm>
          <a:prstGeom prst="rect">
            <a:avLst/>
          </a:prstGeom>
          <a:noFill/>
        </p:spPr>
        <p:txBody>
          <a:bodyPr wrap="square" lIns="91440" tIns="45720" rIns="91440" bIns="45720" rtlCol="0" anchor="t">
            <a:spAutoFit/>
          </a:bodyPr>
          <a:lstStyle/>
          <a:p>
            <a:r>
              <a:rPr lang="en-US" sz="1900">
                <a:solidFill>
                  <a:schemeClr val="bg1"/>
                </a:solidFill>
                <a:latin typeface="Calibri"/>
                <a:ea typeface="Arial" panose="020B0604020202020204" pitchFamily="34" charset="0"/>
                <a:cs typeface="Times New Roman"/>
              </a:rPr>
              <a:t>The model's accuracy is 100%, with a specificity of 100% and a sensitivity of 100%.</a:t>
            </a:r>
            <a:endParaRPr lang="en-IN" sz="1900">
              <a:solidFill>
                <a:schemeClr val="bg1"/>
              </a:solidFill>
            </a:endParaRPr>
          </a:p>
        </p:txBody>
      </p:sp>
      <p:sp>
        <p:nvSpPr>
          <p:cNvPr id="14" name="TextBox 13">
            <a:extLst>
              <a:ext uri="{FF2B5EF4-FFF2-40B4-BE49-F238E27FC236}">
                <a16:creationId xmlns:a16="http://schemas.microsoft.com/office/drawing/2014/main" id="{9E8A9050-A28A-9C05-715C-60B9DD065236}"/>
              </a:ext>
            </a:extLst>
          </p:cNvPr>
          <p:cNvSpPr txBox="1"/>
          <p:nvPr/>
        </p:nvSpPr>
        <p:spPr>
          <a:xfrm>
            <a:off x="654611" y="3947757"/>
            <a:ext cx="8720829" cy="677108"/>
          </a:xfrm>
          <a:prstGeom prst="rect">
            <a:avLst/>
          </a:prstGeom>
          <a:noFill/>
        </p:spPr>
        <p:txBody>
          <a:bodyPr wrap="square" lIns="91440" tIns="45720" rIns="91440" bIns="45720" rtlCol="0" anchor="t">
            <a:spAutoFit/>
          </a:bodyPr>
          <a:lstStyle/>
          <a:p>
            <a:r>
              <a:rPr lang="en-IN" sz="1900" dirty="0">
                <a:solidFill>
                  <a:schemeClr val="bg1"/>
                </a:solidFill>
                <a:effectLst/>
                <a:ea typeface="Calibri" panose="020F0502020204030204" pitchFamily="34" charset="0"/>
              </a:rPr>
              <a:t>The confusion matrix </a:t>
            </a:r>
            <a:r>
              <a:rPr lang="en-IN" sz="1900">
                <a:solidFill>
                  <a:schemeClr val="bg1"/>
                </a:solidFill>
                <a:ea typeface="Calibri" panose="020F0502020204030204" pitchFamily="34" charset="0"/>
              </a:rPr>
              <a:t>of classification </a:t>
            </a:r>
            <a:r>
              <a:rPr lang="en-IN" sz="1900" dirty="0">
                <a:solidFill>
                  <a:schemeClr val="bg1"/>
                </a:solidFill>
                <a:ea typeface="Calibri" panose="020F0502020204030204" pitchFamily="34" charset="0"/>
              </a:rPr>
              <a:t>tree </a:t>
            </a:r>
            <a:r>
              <a:rPr lang="en-IN" sz="1900" dirty="0">
                <a:solidFill>
                  <a:schemeClr val="bg1"/>
                </a:solidFill>
                <a:effectLst/>
                <a:ea typeface="Calibri" panose="020F0502020204030204" pitchFamily="34" charset="0"/>
              </a:rPr>
              <a:t>for</a:t>
            </a:r>
            <a:r>
              <a:rPr lang="en-IN" sz="1900" dirty="0">
                <a:solidFill>
                  <a:schemeClr val="bg1"/>
                </a:solidFill>
                <a:ea typeface="Calibri" panose="020F0502020204030204" pitchFamily="34" charset="0"/>
              </a:rPr>
              <a:t> </a:t>
            </a:r>
            <a:r>
              <a:rPr lang="en-IN" sz="1900" dirty="0">
                <a:solidFill>
                  <a:schemeClr val="bg1"/>
                </a:solidFill>
                <a:effectLst/>
                <a:ea typeface="Calibri" panose="020F0502020204030204" pitchFamily="34" charset="0"/>
              </a:rPr>
              <a:t> validation data is given below:</a:t>
            </a:r>
            <a:endParaRPr lang="en-IN" sz="1900" dirty="0">
              <a:solidFill>
                <a:schemeClr val="bg1"/>
              </a:solidFill>
              <a:effectLst/>
              <a:ea typeface="Arial" panose="020B0604020202020204" pitchFamily="34" charset="0"/>
            </a:endParaRPr>
          </a:p>
          <a:p>
            <a:endParaRPr lang="en-IN" sz="1900">
              <a:solidFill>
                <a:schemeClr val="bg1"/>
              </a:solidFill>
            </a:endParaRPr>
          </a:p>
        </p:txBody>
      </p:sp>
      <p:sp>
        <p:nvSpPr>
          <p:cNvPr id="15" name="TextBox 14">
            <a:extLst>
              <a:ext uri="{FF2B5EF4-FFF2-40B4-BE49-F238E27FC236}">
                <a16:creationId xmlns:a16="http://schemas.microsoft.com/office/drawing/2014/main" id="{3F1E60EB-E50B-D2B5-B072-670FC2BF14B5}"/>
              </a:ext>
            </a:extLst>
          </p:cNvPr>
          <p:cNvSpPr txBox="1"/>
          <p:nvPr/>
        </p:nvSpPr>
        <p:spPr>
          <a:xfrm>
            <a:off x="769569" y="5945348"/>
            <a:ext cx="11558516" cy="384721"/>
          </a:xfrm>
          <a:prstGeom prst="rect">
            <a:avLst/>
          </a:prstGeom>
          <a:noFill/>
        </p:spPr>
        <p:txBody>
          <a:bodyPr wrap="square" lIns="91440" tIns="45720" rIns="91440" bIns="45720" rtlCol="0" anchor="t">
            <a:spAutoFit/>
          </a:bodyPr>
          <a:lstStyle/>
          <a:p>
            <a:r>
              <a:rPr lang="en-US" sz="1900">
                <a:solidFill>
                  <a:schemeClr val="bg1"/>
                </a:solidFill>
                <a:latin typeface="Calibri"/>
                <a:ea typeface="Calibri" panose="020F0502020204030204" pitchFamily="34" charset="0"/>
                <a:cs typeface="Times New Roman"/>
              </a:rPr>
              <a:t>The model's accuracy is 76.56%, with a specificity of 68.8% and a sensitivity of 82.86%.</a:t>
            </a:r>
            <a:endParaRPr lang="en-US" sz="1900" dirty="0">
              <a:solidFill>
                <a:schemeClr val="bg1"/>
              </a:solidFill>
              <a:latin typeface="Calibri"/>
              <a:ea typeface="Calibri" panose="020F0502020204030204" pitchFamily="34" charset="0"/>
              <a:cs typeface="Times New Roman"/>
            </a:endParaRPr>
          </a:p>
        </p:txBody>
      </p:sp>
      <p:graphicFrame>
        <p:nvGraphicFramePr>
          <p:cNvPr id="6" name="Table 5">
            <a:extLst>
              <a:ext uri="{FF2B5EF4-FFF2-40B4-BE49-F238E27FC236}">
                <a16:creationId xmlns:a16="http://schemas.microsoft.com/office/drawing/2014/main" id="{17FC174D-1199-7A8B-8EE0-42B943B3578D}"/>
              </a:ext>
            </a:extLst>
          </p:cNvPr>
          <p:cNvGraphicFramePr>
            <a:graphicFrameLocks noGrp="1"/>
          </p:cNvGraphicFramePr>
          <p:nvPr>
            <p:extLst>
              <p:ext uri="{D42A27DB-BD31-4B8C-83A1-F6EECF244321}">
                <p14:modId xmlns:p14="http://schemas.microsoft.com/office/powerpoint/2010/main" val="3964682730"/>
              </p:ext>
            </p:extLst>
          </p:nvPr>
        </p:nvGraphicFramePr>
        <p:xfrm>
          <a:off x="769569" y="1296251"/>
          <a:ext cx="6874104" cy="1118475"/>
        </p:xfrm>
        <a:graphic>
          <a:graphicData uri="http://schemas.openxmlformats.org/drawingml/2006/table">
            <a:tbl>
              <a:tblPr firstRow="1" firstCol="1" bandRow="1">
                <a:tableStyleId>{5C22544A-7EE6-4342-B048-85BDC9FD1C3A}</a:tableStyleId>
              </a:tblPr>
              <a:tblGrid>
                <a:gridCol w="2291368">
                  <a:extLst>
                    <a:ext uri="{9D8B030D-6E8A-4147-A177-3AD203B41FA5}">
                      <a16:colId xmlns:a16="http://schemas.microsoft.com/office/drawing/2014/main" val="2136823972"/>
                    </a:ext>
                  </a:extLst>
                </a:gridCol>
                <a:gridCol w="2291368">
                  <a:extLst>
                    <a:ext uri="{9D8B030D-6E8A-4147-A177-3AD203B41FA5}">
                      <a16:colId xmlns:a16="http://schemas.microsoft.com/office/drawing/2014/main" val="2289323044"/>
                    </a:ext>
                  </a:extLst>
                </a:gridCol>
                <a:gridCol w="2291368">
                  <a:extLst>
                    <a:ext uri="{9D8B030D-6E8A-4147-A177-3AD203B41FA5}">
                      <a16:colId xmlns:a16="http://schemas.microsoft.com/office/drawing/2014/main" val="3996893943"/>
                    </a:ext>
                  </a:extLst>
                </a:gridCol>
              </a:tblGrid>
              <a:tr h="361732">
                <a:tc>
                  <a:txBody>
                    <a:bodyPr/>
                    <a:lstStyle/>
                    <a:p>
                      <a:pPr>
                        <a:lnSpc>
                          <a:spcPct val="107000"/>
                        </a:lnSpc>
                      </a:pPr>
                      <a:endParaRPr lang="en-IN" sz="1400">
                        <a:effectLst/>
                        <a:latin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400">
                          <a:effectLst/>
                        </a:rPr>
                        <a:t>Predicted Negative (0)</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400">
                          <a:effectLst/>
                        </a:rPr>
                        <a:t>Predicted Positive (1)</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2548087376"/>
                  </a:ext>
                </a:extLst>
              </a:tr>
              <a:tr h="409963">
                <a:tc>
                  <a:txBody>
                    <a:bodyPr/>
                    <a:lstStyle/>
                    <a:p>
                      <a:pPr>
                        <a:lnSpc>
                          <a:spcPct val="107000"/>
                        </a:lnSpc>
                        <a:spcAft>
                          <a:spcPts val="800"/>
                        </a:spcAft>
                      </a:pPr>
                      <a:r>
                        <a:rPr lang="en-IN" sz="1400">
                          <a:effectLst/>
                        </a:rPr>
                        <a:t>Actual Negative (0)</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49</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0</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3699189385"/>
                  </a:ext>
                </a:extLst>
              </a:tr>
              <a:tr h="346780">
                <a:tc>
                  <a:txBody>
                    <a:bodyPr/>
                    <a:lstStyle/>
                    <a:p>
                      <a:pPr>
                        <a:lnSpc>
                          <a:spcPct val="107000"/>
                        </a:lnSpc>
                        <a:spcAft>
                          <a:spcPts val="800"/>
                        </a:spcAft>
                      </a:pPr>
                      <a:r>
                        <a:rPr lang="en-IN" sz="1400">
                          <a:effectLst/>
                        </a:rPr>
                        <a:t>Actual Positive (1)</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0</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45</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1612510055"/>
                  </a:ext>
                </a:extLst>
              </a:tr>
            </a:tbl>
          </a:graphicData>
        </a:graphic>
      </p:graphicFrame>
      <p:graphicFrame>
        <p:nvGraphicFramePr>
          <p:cNvPr id="7" name="Table 6">
            <a:extLst>
              <a:ext uri="{FF2B5EF4-FFF2-40B4-BE49-F238E27FC236}">
                <a16:creationId xmlns:a16="http://schemas.microsoft.com/office/drawing/2014/main" id="{7CA01597-63FC-E5DF-6D04-622F2C204A40}"/>
              </a:ext>
            </a:extLst>
          </p:cNvPr>
          <p:cNvGraphicFramePr>
            <a:graphicFrameLocks noGrp="1"/>
          </p:cNvGraphicFramePr>
          <p:nvPr>
            <p:extLst>
              <p:ext uri="{D42A27DB-BD31-4B8C-83A1-F6EECF244321}">
                <p14:modId xmlns:p14="http://schemas.microsoft.com/office/powerpoint/2010/main" val="30719604"/>
              </p:ext>
            </p:extLst>
          </p:nvPr>
        </p:nvGraphicFramePr>
        <p:xfrm>
          <a:off x="769569" y="4613201"/>
          <a:ext cx="7044969" cy="1181820"/>
        </p:xfrm>
        <a:graphic>
          <a:graphicData uri="http://schemas.openxmlformats.org/drawingml/2006/table">
            <a:tbl>
              <a:tblPr firstRow="1" firstCol="1" bandRow="1">
                <a:tableStyleId>{5C22544A-7EE6-4342-B048-85BDC9FD1C3A}</a:tableStyleId>
              </a:tblPr>
              <a:tblGrid>
                <a:gridCol w="2348323">
                  <a:extLst>
                    <a:ext uri="{9D8B030D-6E8A-4147-A177-3AD203B41FA5}">
                      <a16:colId xmlns:a16="http://schemas.microsoft.com/office/drawing/2014/main" val="3162099291"/>
                    </a:ext>
                  </a:extLst>
                </a:gridCol>
                <a:gridCol w="2348323">
                  <a:extLst>
                    <a:ext uri="{9D8B030D-6E8A-4147-A177-3AD203B41FA5}">
                      <a16:colId xmlns:a16="http://schemas.microsoft.com/office/drawing/2014/main" val="1601616052"/>
                    </a:ext>
                  </a:extLst>
                </a:gridCol>
                <a:gridCol w="2348323">
                  <a:extLst>
                    <a:ext uri="{9D8B030D-6E8A-4147-A177-3AD203B41FA5}">
                      <a16:colId xmlns:a16="http://schemas.microsoft.com/office/drawing/2014/main" val="4077788259"/>
                    </a:ext>
                  </a:extLst>
                </a:gridCol>
              </a:tblGrid>
              <a:tr h="382219">
                <a:tc>
                  <a:txBody>
                    <a:bodyPr/>
                    <a:lstStyle/>
                    <a:p>
                      <a:pPr>
                        <a:lnSpc>
                          <a:spcPct val="107000"/>
                        </a:lnSpc>
                      </a:pPr>
                      <a:endParaRPr lang="en-IN" sz="1100">
                        <a:effectLst/>
                        <a:latin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050">
                          <a:effectLst/>
                        </a:rPr>
                        <a:t>Predicted Negative (0)</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050">
                          <a:effectLst/>
                        </a:rPr>
                        <a:t>Predicted Positive (1)</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588311277"/>
                  </a:ext>
                </a:extLst>
              </a:tr>
              <a:tr h="433181">
                <a:tc>
                  <a:txBody>
                    <a:bodyPr/>
                    <a:lstStyle/>
                    <a:p>
                      <a:pPr>
                        <a:lnSpc>
                          <a:spcPct val="107000"/>
                        </a:lnSpc>
                        <a:spcAft>
                          <a:spcPts val="800"/>
                        </a:spcAft>
                      </a:pPr>
                      <a:r>
                        <a:rPr lang="en-IN" sz="1050">
                          <a:effectLst/>
                        </a:rPr>
                        <a:t>Actual Negative (0)</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29</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9</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2610144886"/>
                  </a:ext>
                </a:extLst>
              </a:tr>
              <a:tr h="366420">
                <a:tc>
                  <a:txBody>
                    <a:bodyPr/>
                    <a:lstStyle/>
                    <a:p>
                      <a:pPr>
                        <a:lnSpc>
                          <a:spcPct val="107000"/>
                        </a:lnSpc>
                        <a:spcAft>
                          <a:spcPts val="800"/>
                        </a:spcAft>
                      </a:pPr>
                      <a:r>
                        <a:rPr lang="en-IN" sz="1050">
                          <a:effectLst/>
                        </a:rPr>
                        <a:t>Actual Positive (1)</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6</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050">
                          <a:effectLst/>
                        </a:rPr>
                        <a:t>20</a:t>
                      </a:r>
                      <a:endParaRPr lang="en-IN" sz="11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3570292642"/>
                  </a:ext>
                </a:extLst>
              </a:tr>
            </a:tbl>
          </a:graphicData>
        </a:graphic>
      </p:graphicFrame>
    </p:spTree>
    <p:extLst>
      <p:ext uri="{BB962C8B-B14F-4D97-AF65-F5344CB8AC3E}">
        <p14:creationId xmlns:p14="http://schemas.microsoft.com/office/powerpoint/2010/main" val="3410588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13</a:t>
            </a:fld>
            <a:endParaRPr lang="en-US" dirty="0"/>
          </a:p>
        </p:txBody>
      </p:sp>
      <p:sp>
        <p:nvSpPr>
          <p:cNvPr id="12" name="TextBox 11">
            <a:extLst>
              <a:ext uri="{FF2B5EF4-FFF2-40B4-BE49-F238E27FC236}">
                <a16:creationId xmlns:a16="http://schemas.microsoft.com/office/drawing/2014/main" id="{14B3F983-25D0-069F-06F6-3A54B5887216}"/>
              </a:ext>
            </a:extLst>
          </p:cNvPr>
          <p:cNvSpPr txBox="1"/>
          <p:nvPr/>
        </p:nvSpPr>
        <p:spPr>
          <a:xfrm>
            <a:off x="485934" y="292666"/>
            <a:ext cx="10540131" cy="969496"/>
          </a:xfrm>
          <a:prstGeom prst="rect">
            <a:avLst/>
          </a:prstGeom>
          <a:noFill/>
        </p:spPr>
        <p:txBody>
          <a:bodyPr wrap="square" lIns="91440" tIns="45720" rIns="91440" bIns="45720" rtlCol="0" anchor="t">
            <a:spAutoFit/>
          </a:bodyPr>
          <a:lstStyle/>
          <a:p>
            <a:r>
              <a:rPr lang="en-US" sz="1900">
                <a:solidFill>
                  <a:schemeClr val="bg1"/>
                </a:solidFill>
                <a:effectLst/>
                <a:ea typeface="Calibri" panose="020F0502020204030204" pitchFamily="34" charset="0"/>
              </a:rPr>
              <a:t>The most important variables in the plot are “GDP”, “Family”, “Life Expectancy”, “Freedom”.</a:t>
            </a:r>
            <a:r>
              <a:rPr lang="en-IN" sz="1900">
                <a:solidFill>
                  <a:schemeClr val="bg1"/>
                </a:solidFill>
                <a:effectLst/>
                <a:ea typeface="Calibri" panose="020F0502020204030204" pitchFamily="34" charset="0"/>
              </a:rPr>
              <a:t>The </a:t>
            </a:r>
            <a:r>
              <a:rPr lang="en-IN" sz="1900" dirty="0">
                <a:solidFill>
                  <a:schemeClr val="bg1"/>
                </a:solidFill>
                <a:effectLst/>
                <a:ea typeface="Calibri" panose="020F0502020204030204" pitchFamily="34" charset="0"/>
              </a:rPr>
              <a:t>confusion matrix </a:t>
            </a:r>
            <a:r>
              <a:rPr lang="en-IN" sz="1900">
                <a:solidFill>
                  <a:schemeClr val="bg1"/>
                </a:solidFill>
                <a:effectLst/>
                <a:ea typeface="Calibri" panose="020F0502020204030204" pitchFamily="34" charset="0"/>
              </a:rPr>
              <a:t>of</a:t>
            </a:r>
            <a:r>
              <a:rPr lang="en-IN" sz="1900">
                <a:solidFill>
                  <a:schemeClr val="bg1"/>
                </a:solidFill>
                <a:ea typeface="Calibri" panose="020F0502020204030204" pitchFamily="34" charset="0"/>
              </a:rPr>
              <a:t> random forest model</a:t>
            </a:r>
            <a:r>
              <a:rPr lang="en-IN" sz="1900">
                <a:solidFill>
                  <a:schemeClr val="bg1"/>
                </a:solidFill>
                <a:effectLst/>
                <a:ea typeface="Calibri" panose="020F0502020204030204" pitchFamily="34" charset="0"/>
              </a:rPr>
              <a:t> </a:t>
            </a:r>
            <a:r>
              <a:rPr lang="en-IN" sz="1900" dirty="0">
                <a:solidFill>
                  <a:schemeClr val="bg1"/>
                </a:solidFill>
                <a:effectLst/>
                <a:ea typeface="Calibri" panose="020F0502020204030204" pitchFamily="34" charset="0"/>
              </a:rPr>
              <a:t>for training data is given below:</a:t>
            </a:r>
            <a:endParaRPr lang="en-IN" sz="1900" dirty="0">
              <a:solidFill>
                <a:schemeClr val="bg1"/>
              </a:solidFill>
              <a:effectLst/>
              <a:ea typeface="Arial" panose="020B0604020202020204" pitchFamily="34" charset="0"/>
            </a:endParaRPr>
          </a:p>
          <a:p>
            <a:endParaRPr lang="en-IN" sz="1900">
              <a:solidFill>
                <a:schemeClr val="bg1"/>
              </a:solidFill>
            </a:endParaRPr>
          </a:p>
        </p:txBody>
      </p:sp>
      <p:sp>
        <p:nvSpPr>
          <p:cNvPr id="13" name="TextBox 12">
            <a:extLst>
              <a:ext uri="{FF2B5EF4-FFF2-40B4-BE49-F238E27FC236}">
                <a16:creationId xmlns:a16="http://schemas.microsoft.com/office/drawing/2014/main" id="{CDE52FB1-4909-A247-7251-4482698B777C}"/>
              </a:ext>
            </a:extLst>
          </p:cNvPr>
          <p:cNvSpPr txBox="1"/>
          <p:nvPr/>
        </p:nvSpPr>
        <p:spPr>
          <a:xfrm>
            <a:off x="654611" y="2889909"/>
            <a:ext cx="11560703" cy="384721"/>
          </a:xfrm>
          <a:prstGeom prst="rect">
            <a:avLst/>
          </a:prstGeom>
          <a:noFill/>
        </p:spPr>
        <p:txBody>
          <a:bodyPr wrap="square" lIns="91440" tIns="45720" rIns="91440" bIns="45720" rtlCol="0" anchor="t">
            <a:spAutoFit/>
          </a:bodyPr>
          <a:lstStyle/>
          <a:p>
            <a:r>
              <a:rPr lang="en-US" sz="1900">
                <a:solidFill>
                  <a:schemeClr val="bg1"/>
                </a:solidFill>
                <a:latin typeface="Calibri"/>
                <a:ea typeface="Arial" panose="020B0604020202020204" pitchFamily="34" charset="0"/>
                <a:cs typeface="Times New Roman"/>
              </a:rPr>
              <a:t>The model's accuracy is 97.87%, with a specificity of 93.33% and a sensitivity of 100%.</a:t>
            </a:r>
            <a:endParaRPr lang="en-IN" sz="1900">
              <a:solidFill>
                <a:schemeClr val="bg1"/>
              </a:solidFill>
            </a:endParaRPr>
          </a:p>
        </p:txBody>
      </p:sp>
      <p:sp>
        <p:nvSpPr>
          <p:cNvPr id="14" name="TextBox 13">
            <a:extLst>
              <a:ext uri="{FF2B5EF4-FFF2-40B4-BE49-F238E27FC236}">
                <a16:creationId xmlns:a16="http://schemas.microsoft.com/office/drawing/2014/main" id="{9E8A9050-A28A-9C05-715C-60B9DD065236}"/>
              </a:ext>
            </a:extLst>
          </p:cNvPr>
          <p:cNvSpPr txBox="1"/>
          <p:nvPr/>
        </p:nvSpPr>
        <p:spPr>
          <a:xfrm>
            <a:off x="654611" y="3947757"/>
            <a:ext cx="8720829" cy="677108"/>
          </a:xfrm>
          <a:prstGeom prst="rect">
            <a:avLst/>
          </a:prstGeom>
          <a:noFill/>
        </p:spPr>
        <p:txBody>
          <a:bodyPr wrap="square" lIns="91440" tIns="45720" rIns="91440" bIns="45720" rtlCol="0" anchor="t">
            <a:spAutoFit/>
          </a:bodyPr>
          <a:lstStyle/>
          <a:p>
            <a:r>
              <a:rPr lang="en-IN" sz="1900" dirty="0">
                <a:solidFill>
                  <a:schemeClr val="bg1"/>
                </a:solidFill>
                <a:effectLst/>
                <a:ea typeface="Calibri" panose="020F0502020204030204" pitchFamily="34" charset="0"/>
              </a:rPr>
              <a:t>The confusion matrix </a:t>
            </a:r>
            <a:r>
              <a:rPr lang="en-IN" sz="1900">
                <a:solidFill>
                  <a:schemeClr val="bg1"/>
                </a:solidFill>
                <a:ea typeface="Calibri" panose="020F0502020204030204" pitchFamily="34" charset="0"/>
              </a:rPr>
              <a:t>of random forest model </a:t>
            </a:r>
            <a:r>
              <a:rPr lang="en-IN" sz="1900">
                <a:solidFill>
                  <a:schemeClr val="bg1"/>
                </a:solidFill>
                <a:effectLst/>
                <a:ea typeface="Calibri" panose="020F0502020204030204" pitchFamily="34" charset="0"/>
              </a:rPr>
              <a:t>for</a:t>
            </a:r>
            <a:r>
              <a:rPr lang="en-IN" sz="1900">
                <a:solidFill>
                  <a:schemeClr val="bg1"/>
                </a:solidFill>
                <a:ea typeface="Calibri" panose="020F0502020204030204" pitchFamily="34" charset="0"/>
              </a:rPr>
              <a:t> </a:t>
            </a:r>
            <a:r>
              <a:rPr lang="en-IN" sz="1900">
                <a:solidFill>
                  <a:schemeClr val="bg1"/>
                </a:solidFill>
                <a:effectLst/>
                <a:ea typeface="Calibri" panose="020F0502020204030204" pitchFamily="34" charset="0"/>
              </a:rPr>
              <a:t> </a:t>
            </a:r>
            <a:r>
              <a:rPr lang="en-IN" sz="1900" dirty="0">
                <a:solidFill>
                  <a:schemeClr val="bg1"/>
                </a:solidFill>
                <a:effectLst/>
                <a:ea typeface="Calibri" panose="020F0502020204030204" pitchFamily="34" charset="0"/>
              </a:rPr>
              <a:t>validation data is given below:</a:t>
            </a:r>
            <a:endParaRPr lang="en-IN" sz="1900" dirty="0">
              <a:solidFill>
                <a:schemeClr val="bg1"/>
              </a:solidFill>
              <a:effectLst/>
              <a:ea typeface="Arial" panose="020B0604020202020204" pitchFamily="34" charset="0"/>
            </a:endParaRPr>
          </a:p>
          <a:p>
            <a:endParaRPr lang="en-IN" sz="1900">
              <a:solidFill>
                <a:schemeClr val="bg1"/>
              </a:solidFill>
            </a:endParaRPr>
          </a:p>
        </p:txBody>
      </p:sp>
      <p:sp>
        <p:nvSpPr>
          <p:cNvPr id="15" name="TextBox 14">
            <a:extLst>
              <a:ext uri="{FF2B5EF4-FFF2-40B4-BE49-F238E27FC236}">
                <a16:creationId xmlns:a16="http://schemas.microsoft.com/office/drawing/2014/main" id="{3F1E60EB-E50B-D2B5-B072-670FC2BF14B5}"/>
              </a:ext>
            </a:extLst>
          </p:cNvPr>
          <p:cNvSpPr txBox="1"/>
          <p:nvPr/>
        </p:nvSpPr>
        <p:spPr>
          <a:xfrm>
            <a:off x="769569" y="5945348"/>
            <a:ext cx="11558516" cy="384721"/>
          </a:xfrm>
          <a:prstGeom prst="rect">
            <a:avLst/>
          </a:prstGeom>
          <a:noFill/>
        </p:spPr>
        <p:txBody>
          <a:bodyPr wrap="square" lIns="91440" tIns="45720" rIns="91440" bIns="45720" rtlCol="0" anchor="t">
            <a:spAutoFit/>
          </a:bodyPr>
          <a:lstStyle/>
          <a:p>
            <a:r>
              <a:rPr lang="en-US" sz="1900">
                <a:solidFill>
                  <a:schemeClr val="bg1"/>
                </a:solidFill>
                <a:latin typeface="Calibri"/>
                <a:ea typeface="Calibri" panose="020F0502020204030204" pitchFamily="34" charset="0"/>
                <a:cs typeface="Times New Roman"/>
              </a:rPr>
              <a:t>The model's accuracy is 76.96%, with a specificity of 68.97% and a sensitivity of 82.86%.</a:t>
            </a:r>
            <a:endParaRPr lang="en-US" sz="1900" dirty="0">
              <a:solidFill>
                <a:schemeClr val="bg1"/>
              </a:solidFill>
              <a:latin typeface="Calibri"/>
              <a:ea typeface="Calibri" panose="020F0502020204030204" pitchFamily="34" charset="0"/>
              <a:cs typeface="Times New Roman"/>
            </a:endParaRPr>
          </a:p>
        </p:txBody>
      </p:sp>
      <p:pic>
        <p:nvPicPr>
          <p:cNvPr id="2" name="Picture 1">
            <a:extLst>
              <a:ext uri="{FF2B5EF4-FFF2-40B4-BE49-F238E27FC236}">
                <a16:creationId xmlns:a16="http://schemas.microsoft.com/office/drawing/2014/main" id="{3204D922-8170-337D-E121-FD8AB8F9AF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04303" y="751307"/>
            <a:ext cx="2902998" cy="2138602"/>
          </a:xfrm>
          <a:prstGeom prst="rect">
            <a:avLst/>
          </a:prstGeom>
        </p:spPr>
      </p:pic>
      <p:graphicFrame>
        <p:nvGraphicFramePr>
          <p:cNvPr id="3" name="Table 2">
            <a:extLst>
              <a:ext uri="{FF2B5EF4-FFF2-40B4-BE49-F238E27FC236}">
                <a16:creationId xmlns:a16="http://schemas.microsoft.com/office/drawing/2014/main" id="{5C9BC519-90CF-5C12-9A77-1A03B8840452}"/>
              </a:ext>
            </a:extLst>
          </p:cNvPr>
          <p:cNvGraphicFramePr>
            <a:graphicFrameLocks noGrp="1"/>
          </p:cNvGraphicFramePr>
          <p:nvPr>
            <p:extLst>
              <p:ext uri="{D42A27DB-BD31-4B8C-83A1-F6EECF244321}">
                <p14:modId xmlns:p14="http://schemas.microsoft.com/office/powerpoint/2010/main" val="1104010866"/>
              </p:ext>
            </p:extLst>
          </p:nvPr>
        </p:nvGraphicFramePr>
        <p:xfrm>
          <a:off x="654611" y="1346129"/>
          <a:ext cx="7159926" cy="1041964"/>
        </p:xfrm>
        <a:graphic>
          <a:graphicData uri="http://schemas.openxmlformats.org/drawingml/2006/table">
            <a:tbl>
              <a:tblPr firstRow="1" firstCol="1" bandRow="1">
                <a:tableStyleId>{5C22544A-7EE6-4342-B048-85BDC9FD1C3A}</a:tableStyleId>
              </a:tblPr>
              <a:tblGrid>
                <a:gridCol w="2386642">
                  <a:extLst>
                    <a:ext uri="{9D8B030D-6E8A-4147-A177-3AD203B41FA5}">
                      <a16:colId xmlns:a16="http://schemas.microsoft.com/office/drawing/2014/main" val="1774210723"/>
                    </a:ext>
                  </a:extLst>
                </a:gridCol>
                <a:gridCol w="2386642">
                  <a:extLst>
                    <a:ext uri="{9D8B030D-6E8A-4147-A177-3AD203B41FA5}">
                      <a16:colId xmlns:a16="http://schemas.microsoft.com/office/drawing/2014/main" val="2802807547"/>
                    </a:ext>
                  </a:extLst>
                </a:gridCol>
                <a:gridCol w="2386642">
                  <a:extLst>
                    <a:ext uri="{9D8B030D-6E8A-4147-A177-3AD203B41FA5}">
                      <a16:colId xmlns:a16="http://schemas.microsoft.com/office/drawing/2014/main" val="2897059870"/>
                    </a:ext>
                  </a:extLst>
                </a:gridCol>
              </a:tblGrid>
              <a:tr h="336987">
                <a:tc>
                  <a:txBody>
                    <a:bodyPr/>
                    <a:lstStyle/>
                    <a:p>
                      <a:pPr>
                        <a:lnSpc>
                          <a:spcPct val="107000"/>
                        </a:lnSpc>
                      </a:pPr>
                      <a:endParaRPr lang="en-IN" sz="1400">
                        <a:effectLst/>
                        <a:latin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400">
                          <a:effectLst/>
                        </a:rPr>
                        <a:t>Predicted Negative (0)</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400">
                          <a:effectLst/>
                        </a:rPr>
                        <a:t>Predicted Positive (1)</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2966612870"/>
                  </a:ext>
                </a:extLst>
              </a:tr>
              <a:tr h="381919">
                <a:tc>
                  <a:txBody>
                    <a:bodyPr/>
                    <a:lstStyle/>
                    <a:p>
                      <a:pPr>
                        <a:lnSpc>
                          <a:spcPct val="107000"/>
                        </a:lnSpc>
                        <a:spcAft>
                          <a:spcPts val="800"/>
                        </a:spcAft>
                      </a:pPr>
                      <a:r>
                        <a:rPr lang="en-IN" sz="1400">
                          <a:effectLst/>
                        </a:rPr>
                        <a:t>Actual Negative (0)</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49</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3</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4060236389"/>
                  </a:ext>
                </a:extLst>
              </a:tr>
              <a:tr h="323058">
                <a:tc>
                  <a:txBody>
                    <a:bodyPr/>
                    <a:lstStyle/>
                    <a:p>
                      <a:pPr>
                        <a:lnSpc>
                          <a:spcPct val="107000"/>
                        </a:lnSpc>
                        <a:spcAft>
                          <a:spcPts val="800"/>
                        </a:spcAft>
                      </a:pPr>
                      <a:r>
                        <a:rPr lang="en-IN" sz="1400">
                          <a:effectLst/>
                        </a:rPr>
                        <a:t>Actual Positive (1)</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0</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42</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936266237"/>
                  </a:ext>
                </a:extLst>
              </a:tr>
            </a:tbl>
          </a:graphicData>
        </a:graphic>
      </p:graphicFrame>
      <p:graphicFrame>
        <p:nvGraphicFramePr>
          <p:cNvPr id="5" name="Table 4">
            <a:extLst>
              <a:ext uri="{FF2B5EF4-FFF2-40B4-BE49-F238E27FC236}">
                <a16:creationId xmlns:a16="http://schemas.microsoft.com/office/drawing/2014/main" id="{29EFA9AB-986E-8370-01F1-9561461A340A}"/>
              </a:ext>
            </a:extLst>
          </p:cNvPr>
          <p:cNvGraphicFramePr>
            <a:graphicFrameLocks noGrp="1"/>
          </p:cNvGraphicFramePr>
          <p:nvPr>
            <p:extLst>
              <p:ext uri="{D42A27DB-BD31-4B8C-83A1-F6EECF244321}">
                <p14:modId xmlns:p14="http://schemas.microsoft.com/office/powerpoint/2010/main" val="28975201"/>
              </p:ext>
            </p:extLst>
          </p:nvPr>
        </p:nvGraphicFramePr>
        <p:xfrm>
          <a:off x="654611" y="4764298"/>
          <a:ext cx="7159926" cy="1055380"/>
        </p:xfrm>
        <a:graphic>
          <a:graphicData uri="http://schemas.openxmlformats.org/drawingml/2006/table">
            <a:tbl>
              <a:tblPr firstRow="1" firstCol="1" bandRow="1">
                <a:tableStyleId>{5C22544A-7EE6-4342-B048-85BDC9FD1C3A}</a:tableStyleId>
              </a:tblPr>
              <a:tblGrid>
                <a:gridCol w="2386642">
                  <a:extLst>
                    <a:ext uri="{9D8B030D-6E8A-4147-A177-3AD203B41FA5}">
                      <a16:colId xmlns:a16="http://schemas.microsoft.com/office/drawing/2014/main" val="4007790022"/>
                    </a:ext>
                  </a:extLst>
                </a:gridCol>
                <a:gridCol w="2386642">
                  <a:extLst>
                    <a:ext uri="{9D8B030D-6E8A-4147-A177-3AD203B41FA5}">
                      <a16:colId xmlns:a16="http://schemas.microsoft.com/office/drawing/2014/main" val="1495584996"/>
                    </a:ext>
                  </a:extLst>
                </a:gridCol>
                <a:gridCol w="2386642">
                  <a:extLst>
                    <a:ext uri="{9D8B030D-6E8A-4147-A177-3AD203B41FA5}">
                      <a16:colId xmlns:a16="http://schemas.microsoft.com/office/drawing/2014/main" val="2784543560"/>
                    </a:ext>
                  </a:extLst>
                </a:gridCol>
              </a:tblGrid>
              <a:tr h="341326">
                <a:tc>
                  <a:txBody>
                    <a:bodyPr/>
                    <a:lstStyle/>
                    <a:p>
                      <a:pPr>
                        <a:lnSpc>
                          <a:spcPct val="107000"/>
                        </a:lnSpc>
                      </a:pPr>
                      <a:endParaRPr lang="en-IN" sz="1400">
                        <a:effectLst/>
                        <a:latin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400">
                          <a:effectLst/>
                        </a:rPr>
                        <a:t>Predicted Negative (0)</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400">
                          <a:effectLst/>
                        </a:rPr>
                        <a:t>Predicted Positive (1)</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4121401101"/>
                  </a:ext>
                </a:extLst>
              </a:tr>
              <a:tr h="386836">
                <a:tc>
                  <a:txBody>
                    <a:bodyPr/>
                    <a:lstStyle/>
                    <a:p>
                      <a:pPr>
                        <a:lnSpc>
                          <a:spcPct val="107000"/>
                        </a:lnSpc>
                        <a:spcAft>
                          <a:spcPts val="800"/>
                        </a:spcAft>
                      </a:pPr>
                      <a:r>
                        <a:rPr lang="en-IN" sz="1400">
                          <a:effectLst/>
                        </a:rPr>
                        <a:t>Actual Negative (0)</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29</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9</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1108655237"/>
                  </a:ext>
                </a:extLst>
              </a:tr>
              <a:tr h="327218">
                <a:tc>
                  <a:txBody>
                    <a:bodyPr/>
                    <a:lstStyle/>
                    <a:p>
                      <a:pPr>
                        <a:lnSpc>
                          <a:spcPct val="107000"/>
                        </a:lnSpc>
                        <a:spcAft>
                          <a:spcPts val="800"/>
                        </a:spcAft>
                      </a:pPr>
                      <a:r>
                        <a:rPr lang="en-IN" sz="1400">
                          <a:effectLst/>
                        </a:rPr>
                        <a:t>Actual Positive (1)</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6</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20</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1560437748"/>
                  </a:ext>
                </a:extLst>
              </a:tr>
            </a:tbl>
          </a:graphicData>
        </a:graphic>
      </p:graphicFrame>
    </p:spTree>
    <p:extLst>
      <p:ext uri="{BB962C8B-B14F-4D97-AF65-F5344CB8AC3E}">
        <p14:creationId xmlns:p14="http://schemas.microsoft.com/office/powerpoint/2010/main" val="12097390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1044388" y="411604"/>
            <a:ext cx="10103224" cy="526902"/>
          </a:xfrm>
        </p:spPr>
        <p:txBody>
          <a:bodyPr/>
          <a:lstStyle/>
          <a:p>
            <a:r>
              <a:rPr lang="en-US" sz="3000"/>
              <a:t>Bagging model</a:t>
            </a:r>
            <a:endParaRPr lang="en-US" sz="3000" dirty="0"/>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14</a:t>
            </a:fld>
            <a:endParaRPr lang="en-US" dirty="0"/>
          </a:p>
        </p:txBody>
      </p:sp>
      <p:sp>
        <p:nvSpPr>
          <p:cNvPr id="12" name="TextBox 11">
            <a:extLst>
              <a:ext uri="{FF2B5EF4-FFF2-40B4-BE49-F238E27FC236}">
                <a16:creationId xmlns:a16="http://schemas.microsoft.com/office/drawing/2014/main" id="{14B3F983-25D0-069F-06F6-3A54B5887216}"/>
              </a:ext>
            </a:extLst>
          </p:cNvPr>
          <p:cNvSpPr txBox="1"/>
          <p:nvPr/>
        </p:nvSpPr>
        <p:spPr>
          <a:xfrm>
            <a:off x="769569" y="1020324"/>
            <a:ext cx="10993344" cy="1261884"/>
          </a:xfrm>
          <a:prstGeom prst="rect">
            <a:avLst/>
          </a:prstGeom>
          <a:noFill/>
        </p:spPr>
        <p:txBody>
          <a:bodyPr wrap="square" lIns="91440" tIns="45720" rIns="91440" bIns="45720" rtlCol="0" anchor="t">
            <a:spAutoFit/>
          </a:bodyPr>
          <a:lstStyle/>
          <a:p>
            <a:r>
              <a:rPr lang="en-US" sz="1900">
                <a:solidFill>
                  <a:schemeClr val="bg1"/>
                </a:solidFill>
                <a:effectLst/>
                <a:ea typeface="Calibri" panose="020F0502020204030204" pitchFamily="34" charset="0"/>
              </a:rPr>
              <a:t>Bagging, short for bootstrap aggregating, is ensemble learning method that combines multiple models to improve the accuracy and stability of the predictions. The basic idea is to generate multiple bootstrap samples of the training data, and then train a separate model on each sample.</a:t>
            </a:r>
          </a:p>
          <a:p>
            <a:r>
              <a:rPr lang="en-US" sz="1900">
                <a:solidFill>
                  <a:schemeClr val="bg1"/>
                </a:solidFill>
                <a:effectLst/>
                <a:ea typeface="Calibri" panose="020F0502020204030204" pitchFamily="34" charset="0"/>
              </a:rPr>
              <a:t>The confusion matrix for the training data of bagging model is shown below:</a:t>
            </a:r>
            <a:endParaRPr lang="en-US" sz="1900" dirty="0">
              <a:solidFill>
                <a:schemeClr val="bg1"/>
              </a:solidFill>
              <a:effectLst/>
              <a:ea typeface="Calibri" panose="020F0502020204030204" pitchFamily="34" charset="0"/>
            </a:endParaRPr>
          </a:p>
        </p:txBody>
      </p:sp>
      <p:sp>
        <p:nvSpPr>
          <p:cNvPr id="13" name="TextBox 12">
            <a:extLst>
              <a:ext uri="{FF2B5EF4-FFF2-40B4-BE49-F238E27FC236}">
                <a16:creationId xmlns:a16="http://schemas.microsoft.com/office/drawing/2014/main" id="{CDE52FB1-4909-A247-7251-4482698B777C}"/>
              </a:ext>
            </a:extLst>
          </p:cNvPr>
          <p:cNvSpPr txBox="1"/>
          <p:nvPr/>
        </p:nvSpPr>
        <p:spPr>
          <a:xfrm>
            <a:off x="767382" y="3673661"/>
            <a:ext cx="11560703" cy="369332"/>
          </a:xfrm>
          <a:prstGeom prst="rect">
            <a:avLst/>
          </a:prstGeom>
          <a:noFill/>
        </p:spPr>
        <p:txBody>
          <a:bodyPr wrap="square" lIns="91440" tIns="45720" rIns="91440" bIns="45720" rtlCol="0" anchor="t">
            <a:spAutoFit/>
          </a:bodyPr>
          <a:lstStyle/>
          <a:p>
            <a:r>
              <a:rPr lang="en-US">
                <a:solidFill>
                  <a:schemeClr val="bg1"/>
                </a:solidFill>
                <a:latin typeface="Calibri"/>
                <a:ea typeface="Arial" panose="020B0604020202020204" pitchFamily="34" charset="0"/>
                <a:cs typeface="Times New Roman"/>
              </a:rPr>
              <a:t>The model's accuracy is 92.55%, with a specificity of 88.89% and a sensitivity of 95.92%.</a:t>
            </a:r>
            <a:endParaRPr lang="en-IN" sz="1900">
              <a:solidFill>
                <a:schemeClr val="bg1"/>
              </a:solidFill>
            </a:endParaRPr>
          </a:p>
        </p:txBody>
      </p:sp>
      <p:sp>
        <p:nvSpPr>
          <p:cNvPr id="14" name="TextBox 13">
            <a:extLst>
              <a:ext uri="{FF2B5EF4-FFF2-40B4-BE49-F238E27FC236}">
                <a16:creationId xmlns:a16="http://schemas.microsoft.com/office/drawing/2014/main" id="{9E8A9050-A28A-9C05-715C-60B9DD065236}"/>
              </a:ext>
            </a:extLst>
          </p:cNvPr>
          <p:cNvSpPr txBox="1"/>
          <p:nvPr/>
        </p:nvSpPr>
        <p:spPr>
          <a:xfrm>
            <a:off x="770021" y="4096911"/>
            <a:ext cx="8720829" cy="384721"/>
          </a:xfrm>
          <a:prstGeom prst="rect">
            <a:avLst/>
          </a:prstGeom>
          <a:noFill/>
        </p:spPr>
        <p:txBody>
          <a:bodyPr wrap="square" lIns="91440" tIns="45720" rIns="91440" bIns="45720" rtlCol="0" anchor="t">
            <a:spAutoFit/>
          </a:bodyPr>
          <a:lstStyle/>
          <a:p>
            <a:r>
              <a:rPr lang="en-US" sz="1900">
                <a:solidFill>
                  <a:schemeClr val="bg1"/>
                </a:solidFill>
                <a:effectLst/>
                <a:ea typeface="Calibri" panose="020F0502020204030204" pitchFamily="34" charset="0"/>
              </a:rPr>
              <a:t>The confusion matrix for the validation data of bagging model is shown below</a:t>
            </a:r>
            <a:endParaRPr lang="en-IN" sz="1900">
              <a:solidFill>
                <a:schemeClr val="bg1"/>
              </a:solidFill>
            </a:endParaRPr>
          </a:p>
        </p:txBody>
      </p:sp>
      <p:sp>
        <p:nvSpPr>
          <p:cNvPr id="15" name="TextBox 14">
            <a:extLst>
              <a:ext uri="{FF2B5EF4-FFF2-40B4-BE49-F238E27FC236}">
                <a16:creationId xmlns:a16="http://schemas.microsoft.com/office/drawing/2014/main" id="{3F1E60EB-E50B-D2B5-B072-670FC2BF14B5}"/>
              </a:ext>
            </a:extLst>
          </p:cNvPr>
          <p:cNvSpPr txBox="1"/>
          <p:nvPr/>
        </p:nvSpPr>
        <p:spPr>
          <a:xfrm>
            <a:off x="769569" y="5945348"/>
            <a:ext cx="11558516" cy="384721"/>
          </a:xfrm>
          <a:prstGeom prst="rect">
            <a:avLst/>
          </a:prstGeom>
          <a:noFill/>
        </p:spPr>
        <p:txBody>
          <a:bodyPr wrap="square" lIns="91440" tIns="45720" rIns="91440" bIns="45720" rtlCol="0" anchor="t">
            <a:spAutoFit/>
          </a:bodyPr>
          <a:lstStyle/>
          <a:p>
            <a:r>
              <a:rPr lang="en-US" sz="1900">
                <a:solidFill>
                  <a:schemeClr val="bg1"/>
                </a:solidFill>
                <a:latin typeface="Calibri"/>
                <a:ea typeface="Calibri" panose="020F0502020204030204" pitchFamily="34" charset="0"/>
                <a:cs typeface="Times New Roman"/>
              </a:rPr>
              <a:t>The model's accuracy is 76.56%, with a specificity of 68.97% and a sensitivity of 80%.</a:t>
            </a:r>
            <a:endParaRPr lang="en-US" sz="1900" dirty="0">
              <a:solidFill>
                <a:schemeClr val="bg1"/>
              </a:solidFill>
              <a:latin typeface="Calibri"/>
              <a:ea typeface="Calibri" panose="020F0502020204030204" pitchFamily="34" charset="0"/>
              <a:cs typeface="Times New Roman"/>
            </a:endParaRPr>
          </a:p>
        </p:txBody>
      </p:sp>
      <p:graphicFrame>
        <p:nvGraphicFramePr>
          <p:cNvPr id="3" name="Table 2">
            <a:extLst>
              <a:ext uri="{FF2B5EF4-FFF2-40B4-BE49-F238E27FC236}">
                <a16:creationId xmlns:a16="http://schemas.microsoft.com/office/drawing/2014/main" id="{7B458101-AEBE-AFCD-2DD1-D1A03AD99D89}"/>
              </a:ext>
            </a:extLst>
          </p:cNvPr>
          <p:cNvGraphicFramePr>
            <a:graphicFrameLocks noGrp="1"/>
          </p:cNvGraphicFramePr>
          <p:nvPr>
            <p:extLst>
              <p:ext uri="{D42A27DB-BD31-4B8C-83A1-F6EECF244321}">
                <p14:modId xmlns:p14="http://schemas.microsoft.com/office/powerpoint/2010/main" val="3910474481"/>
              </p:ext>
            </p:extLst>
          </p:nvPr>
        </p:nvGraphicFramePr>
        <p:xfrm>
          <a:off x="898358" y="2645139"/>
          <a:ext cx="6911892" cy="717017"/>
        </p:xfrm>
        <a:graphic>
          <a:graphicData uri="http://schemas.openxmlformats.org/drawingml/2006/table">
            <a:tbl>
              <a:tblPr firstRow="1" firstCol="1" bandRow="1">
                <a:tableStyleId>{5C22544A-7EE6-4342-B048-85BDC9FD1C3A}</a:tableStyleId>
              </a:tblPr>
              <a:tblGrid>
                <a:gridCol w="2303964">
                  <a:extLst>
                    <a:ext uri="{9D8B030D-6E8A-4147-A177-3AD203B41FA5}">
                      <a16:colId xmlns:a16="http://schemas.microsoft.com/office/drawing/2014/main" val="3396879527"/>
                    </a:ext>
                  </a:extLst>
                </a:gridCol>
                <a:gridCol w="2303964">
                  <a:extLst>
                    <a:ext uri="{9D8B030D-6E8A-4147-A177-3AD203B41FA5}">
                      <a16:colId xmlns:a16="http://schemas.microsoft.com/office/drawing/2014/main" val="2751603775"/>
                    </a:ext>
                  </a:extLst>
                </a:gridCol>
                <a:gridCol w="2303964">
                  <a:extLst>
                    <a:ext uri="{9D8B030D-6E8A-4147-A177-3AD203B41FA5}">
                      <a16:colId xmlns:a16="http://schemas.microsoft.com/office/drawing/2014/main" val="1028545845"/>
                    </a:ext>
                  </a:extLst>
                </a:gridCol>
              </a:tblGrid>
              <a:tr h="214010">
                <a:tc>
                  <a:txBody>
                    <a:bodyPr/>
                    <a:lstStyle/>
                    <a:p>
                      <a:pPr>
                        <a:lnSpc>
                          <a:spcPct val="107000"/>
                        </a:lnSpc>
                      </a:pPr>
                      <a:endParaRPr lang="en-IN" sz="1400">
                        <a:effectLst/>
                        <a:latin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400">
                          <a:effectLst/>
                        </a:rPr>
                        <a:t>Predicted Negative (0)</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400">
                          <a:effectLst/>
                        </a:rPr>
                        <a:t>Predicted Positive (1)</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3640935784"/>
                  </a:ext>
                </a:extLst>
              </a:tr>
              <a:tr h="242545">
                <a:tc>
                  <a:txBody>
                    <a:bodyPr/>
                    <a:lstStyle/>
                    <a:p>
                      <a:pPr>
                        <a:lnSpc>
                          <a:spcPct val="107000"/>
                        </a:lnSpc>
                        <a:spcAft>
                          <a:spcPts val="800"/>
                        </a:spcAft>
                      </a:pPr>
                      <a:r>
                        <a:rPr lang="en-IN" sz="1400">
                          <a:effectLst/>
                        </a:rPr>
                        <a:t>Actual Negative (0)</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47</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5</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238438423"/>
                  </a:ext>
                </a:extLst>
              </a:tr>
              <a:tr h="205165">
                <a:tc>
                  <a:txBody>
                    <a:bodyPr/>
                    <a:lstStyle/>
                    <a:p>
                      <a:pPr>
                        <a:lnSpc>
                          <a:spcPct val="107000"/>
                        </a:lnSpc>
                        <a:spcAft>
                          <a:spcPts val="800"/>
                        </a:spcAft>
                      </a:pPr>
                      <a:r>
                        <a:rPr lang="en-IN" sz="1400">
                          <a:effectLst/>
                        </a:rPr>
                        <a:t>Actual Positive (1)</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2</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40</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1039733704"/>
                  </a:ext>
                </a:extLst>
              </a:tr>
            </a:tbl>
          </a:graphicData>
        </a:graphic>
      </p:graphicFrame>
      <p:graphicFrame>
        <p:nvGraphicFramePr>
          <p:cNvPr id="5" name="Table 4">
            <a:extLst>
              <a:ext uri="{FF2B5EF4-FFF2-40B4-BE49-F238E27FC236}">
                <a16:creationId xmlns:a16="http://schemas.microsoft.com/office/drawing/2014/main" id="{874C1F17-643B-A382-DF64-342E921380E8}"/>
              </a:ext>
            </a:extLst>
          </p:cNvPr>
          <p:cNvGraphicFramePr>
            <a:graphicFrameLocks noGrp="1"/>
          </p:cNvGraphicFramePr>
          <p:nvPr>
            <p:extLst>
              <p:ext uri="{D42A27DB-BD31-4B8C-83A1-F6EECF244321}">
                <p14:modId xmlns:p14="http://schemas.microsoft.com/office/powerpoint/2010/main" val="225885037"/>
              </p:ext>
            </p:extLst>
          </p:nvPr>
        </p:nvGraphicFramePr>
        <p:xfrm>
          <a:off x="898358" y="4825872"/>
          <a:ext cx="6911892" cy="760346"/>
        </p:xfrm>
        <a:graphic>
          <a:graphicData uri="http://schemas.openxmlformats.org/drawingml/2006/table">
            <a:tbl>
              <a:tblPr firstRow="1" firstCol="1" bandRow="1">
                <a:tableStyleId>{5C22544A-7EE6-4342-B048-85BDC9FD1C3A}</a:tableStyleId>
              </a:tblPr>
              <a:tblGrid>
                <a:gridCol w="2303964">
                  <a:extLst>
                    <a:ext uri="{9D8B030D-6E8A-4147-A177-3AD203B41FA5}">
                      <a16:colId xmlns:a16="http://schemas.microsoft.com/office/drawing/2014/main" val="562529145"/>
                    </a:ext>
                  </a:extLst>
                </a:gridCol>
                <a:gridCol w="2303964">
                  <a:extLst>
                    <a:ext uri="{9D8B030D-6E8A-4147-A177-3AD203B41FA5}">
                      <a16:colId xmlns:a16="http://schemas.microsoft.com/office/drawing/2014/main" val="3974319567"/>
                    </a:ext>
                  </a:extLst>
                </a:gridCol>
                <a:gridCol w="2303964">
                  <a:extLst>
                    <a:ext uri="{9D8B030D-6E8A-4147-A177-3AD203B41FA5}">
                      <a16:colId xmlns:a16="http://schemas.microsoft.com/office/drawing/2014/main" val="1079875646"/>
                    </a:ext>
                  </a:extLst>
                </a:gridCol>
              </a:tblGrid>
              <a:tr h="245208">
                <a:tc>
                  <a:txBody>
                    <a:bodyPr/>
                    <a:lstStyle/>
                    <a:p>
                      <a:pPr>
                        <a:lnSpc>
                          <a:spcPct val="107000"/>
                        </a:lnSpc>
                      </a:pPr>
                      <a:endParaRPr lang="en-IN" sz="1400">
                        <a:effectLst/>
                        <a:latin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400">
                          <a:effectLst/>
                        </a:rPr>
                        <a:t>Predicted Negative (0)</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400">
                          <a:effectLst/>
                        </a:rPr>
                        <a:t>Predicted Positive (1)</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881267378"/>
                  </a:ext>
                </a:extLst>
              </a:tr>
              <a:tr h="277902">
                <a:tc>
                  <a:txBody>
                    <a:bodyPr/>
                    <a:lstStyle/>
                    <a:p>
                      <a:pPr>
                        <a:lnSpc>
                          <a:spcPct val="107000"/>
                        </a:lnSpc>
                        <a:spcAft>
                          <a:spcPts val="800"/>
                        </a:spcAft>
                      </a:pPr>
                      <a:r>
                        <a:rPr lang="en-IN" sz="1400">
                          <a:effectLst/>
                        </a:rPr>
                        <a:t>Actual Negative (0)</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28</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9</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4190368014"/>
                  </a:ext>
                </a:extLst>
              </a:tr>
              <a:tr h="235072">
                <a:tc>
                  <a:txBody>
                    <a:bodyPr/>
                    <a:lstStyle/>
                    <a:p>
                      <a:pPr>
                        <a:lnSpc>
                          <a:spcPct val="107000"/>
                        </a:lnSpc>
                        <a:spcAft>
                          <a:spcPts val="800"/>
                        </a:spcAft>
                      </a:pPr>
                      <a:r>
                        <a:rPr lang="en-IN" sz="1400">
                          <a:effectLst/>
                        </a:rPr>
                        <a:t>Actual Positive (1)</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7</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20</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1358573717"/>
                  </a:ext>
                </a:extLst>
              </a:tr>
            </a:tbl>
          </a:graphicData>
        </a:graphic>
      </p:graphicFrame>
    </p:spTree>
    <p:extLst>
      <p:ext uri="{BB962C8B-B14F-4D97-AF65-F5344CB8AC3E}">
        <p14:creationId xmlns:p14="http://schemas.microsoft.com/office/powerpoint/2010/main" val="392942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1044388" y="411604"/>
            <a:ext cx="10103224" cy="526902"/>
          </a:xfrm>
        </p:spPr>
        <p:txBody>
          <a:bodyPr/>
          <a:lstStyle/>
          <a:p>
            <a:r>
              <a:rPr lang="en-US" sz="3000"/>
              <a:t>Boosting model</a:t>
            </a:r>
            <a:endParaRPr lang="en-US" sz="3000" dirty="0"/>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15</a:t>
            </a:fld>
            <a:endParaRPr lang="en-US" dirty="0"/>
          </a:p>
        </p:txBody>
      </p:sp>
      <p:sp>
        <p:nvSpPr>
          <p:cNvPr id="12" name="TextBox 11">
            <a:extLst>
              <a:ext uri="{FF2B5EF4-FFF2-40B4-BE49-F238E27FC236}">
                <a16:creationId xmlns:a16="http://schemas.microsoft.com/office/drawing/2014/main" id="{14B3F983-25D0-069F-06F6-3A54B5887216}"/>
              </a:ext>
            </a:extLst>
          </p:cNvPr>
          <p:cNvSpPr txBox="1"/>
          <p:nvPr/>
        </p:nvSpPr>
        <p:spPr>
          <a:xfrm>
            <a:off x="769569" y="1020324"/>
            <a:ext cx="10993344" cy="1261884"/>
          </a:xfrm>
          <a:prstGeom prst="rect">
            <a:avLst/>
          </a:prstGeom>
          <a:noFill/>
        </p:spPr>
        <p:txBody>
          <a:bodyPr wrap="square" lIns="91440" tIns="45720" rIns="91440" bIns="45720" rtlCol="0" anchor="t">
            <a:spAutoFit/>
          </a:bodyPr>
          <a:lstStyle/>
          <a:p>
            <a:r>
              <a:rPr lang="en-US" sz="1900">
                <a:solidFill>
                  <a:schemeClr val="bg1"/>
                </a:solidFill>
                <a:effectLst/>
                <a:ea typeface="Calibri" panose="020F0502020204030204" pitchFamily="34" charset="0"/>
              </a:rPr>
              <a:t>Boosting is ensemble learning method that combines multiple models to improve the accuracy of the predictions. The basic idea is to train multiple weak models sequentially, and each model is trained on the residuals of the previous model.</a:t>
            </a:r>
          </a:p>
          <a:p>
            <a:r>
              <a:rPr lang="en-US" sz="1900">
                <a:solidFill>
                  <a:schemeClr val="bg1"/>
                </a:solidFill>
                <a:effectLst/>
                <a:ea typeface="Calibri" panose="020F0502020204030204" pitchFamily="34" charset="0"/>
              </a:rPr>
              <a:t>The confusion matrix for the training data of boosting model is shown below:</a:t>
            </a:r>
          </a:p>
        </p:txBody>
      </p:sp>
      <p:sp>
        <p:nvSpPr>
          <p:cNvPr id="13" name="TextBox 12">
            <a:extLst>
              <a:ext uri="{FF2B5EF4-FFF2-40B4-BE49-F238E27FC236}">
                <a16:creationId xmlns:a16="http://schemas.microsoft.com/office/drawing/2014/main" id="{CDE52FB1-4909-A247-7251-4482698B777C}"/>
              </a:ext>
            </a:extLst>
          </p:cNvPr>
          <p:cNvSpPr txBox="1"/>
          <p:nvPr/>
        </p:nvSpPr>
        <p:spPr>
          <a:xfrm>
            <a:off x="769569" y="3335107"/>
            <a:ext cx="11084307" cy="923330"/>
          </a:xfrm>
          <a:prstGeom prst="rect">
            <a:avLst/>
          </a:prstGeom>
          <a:noFill/>
        </p:spPr>
        <p:txBody>
          <a:bodyPr wrap="square" lIns="91440" tIns="45720" rIns="91440" bIns="45720" rtlCol="0" anchor="t">
            <a:spAutoFit/>
          </a:bodyPr>
          <a:lstStyle/>
          <a:p>
            <a:r>
              <a:rPr lang="en-US">
                <a:solidFill>
                  <a:schemeClr val="bg1"/>
                </a:solidFill>
                <a:latin typeface="Calibri"/>
                <a:ea typeface="Arial" panose="020B0604020202020204" pitchFamily="34" charset="0"/>
                <a:cs typeface="Times New Roman"/>
              </a:rPr>
              <a:t>The model's accuracy is 92.55%, with a specificity of 91.11% and a sensitivity of 93.88%.</a:t>
            </a:r>
          </a:p>
          <a:p>
            <a:endParaRPr lang="en-US">
              <a:solidFill>
                <a:schemeClr val="bg1"/>
              </a:solidFill>
              <a:latin typeface="Calibri"/>
              <a:ea typeface="Arial" panose="020B0604020202020204" pitchFamily="34" charset="0"/>
              <a:cs typeface="Times New Roman"/>
            </a:endParaRPr>
          </a:p>
          <a:p>
            <a:r>
              <a:rPr lang="en-US">
                <a:solidFill>
                  <a:schemeClr val="bg1"/>
                </a:solidFill>
                <a:latin typeface="Calibri"/>
                <a:ea typeface="Arial" panose="020B0604020202020204" pitchFamily="34" charset="0"/>
                <a:cs typeface="Times New Roman"/>
              </a:rPr>
              <a:t>The confusion matrix for the validation data of boosting model is shown below</a:t>
            </a:r>
          </a:p>
        </p:txBody>
      </p:sp>
      <p:sp>
        <p:nvSpPr>
          <p:cNvPr id="15" name="TextBox 14">
            <a:extLst>
              <a:ext uri="{FF2B5EF4-FFF2-40B4-BE49-F238E27FC236}">
                <a16:creationId xmlns:a16="http://schemas.microsoft.com/office/drawing/2014/main" id="{3F1E60EB-E50B-D2B5-B072-670FC2BF14B5}"/>
              </a:ext>
            </a:extLst>
          </p:cNvPr>
          <p:cNvSpPr txBox="1"/>
          <p:nvPr/>
        </p:nvSpPr>
        <p:spPr>
          <a:xfrm>
            <a:off x="769569" y="5352928"/>
            <a:ext cx="11558516" cy="969496"/>
          </a:xfrm>
          <a:prstGeom prst="rect">
            <a:avLst/>
          </a:prstGeom>
          <a:noFill/>
        </p:spPr>
        <p:txBody>
          <a:bodyPr wrap="square" lIns="91440" tIns="45720" rIns="91440" bIns="45720" rtlCol="0" anchor="t">
            <a:spAutoFit/>
          </a:bodyPr>
          <a:lstStyle/>
          <a:p>
            <a:r>
              <a:rPr lang="en-US" sz="1900">
                <a:solidFill>
                  <a:schemeClr val="bg1"/>
                </a:solidFill>
                <a:latin typeface="Calibri"/>
                <a:ea typeface="Calibri" panose="020F0502020204030204" pitchFamily="34" charset="0"/>
                <a:cs typeface="Times New Roman"/>
              </a:rPr>
              <a:t>The model's accuracy is 73.43%, with a specificity of 68.97% and a sensitivity of 77.14%.</a:t>
            </a:r>
          </a:p>
          <a:p>
            <a:r>
              <a:rPr lang="en-US" sz="1900">
                <a:solidFill>
                  <a:schemeClr val="bg1"/>
                </a:solidFill>
                <a:latin typeface="Calibri"/>
                <a:ea typeface="Calibri" panose="020F0502020204030204" pitchFamily="34" charset="0"/>
                <a:cs typeface="Times New Roman"/>
              </a:rPr>
              <a:t>The examination shows that out of all the models developed, the random forest model has emerged as the top performer. When used on the validation data, this model shows the highest accuracy, reaching 76.56%.</a:t>
            </a:r>
          </a:p>
        </p:txBody>
      </p:sp>
      <p:graphicFrame>
        <p:nvGraphicFramePr>
          <p:cNvPr id="6" name="Table 5">
            <a:extLst>
              <a:ext uri="{FF2B5EF4-FFF2-40B4-BE49-F238E27FC236}">
                <a16:creationId xmlns:a16="http://schemas.microsoft.com/office/drawing/2014/main" id="{881F7EDD-6009-FFC6-E13F-D06233689D25}"/>
              </a:ext>
            </a:extLst>
          </p:cNvPr>
          <p:cNvGraphicFramePr>
            <a:graphicFrameLocks noGrp="1"/>
          </p:cNvGraphicFramePr>
          <p:nvPr>
            <p:extLst>
              <p:ext uri="{D42A27DB-BD31-4B8C-83A1-F6EECF244321}">
                <p14:modId xmlns:p14="http://schemas.microsoft.com/office/powerpoint/2010/main" val="528378230"/>
              </p:ext>
            </p:extLst>
          </p:nvPr>
        </p:nvGraphicFramePr>
        <p:xfrm>
          <a:off x="898358" y="2481513"/>
          <a:ext cx="6911892" cy="732084"/>
        </p:xfrm>
        <a:graphic>
          <a:graphicData uri="http://schemas.openxmlformats.org/drawingml/2006/table">
            <a:tbl>
              <a:tblPr firstRow="1" firstCol="1" bandRow="1">
                <a:tableStyleId>{5C22544A-7EE6-4342-B048-85BDC9FD1C3A}</a:tableStyleId>
              </a:tblPr>
              <a:tblGrid>
                <a:gridCol w="2303964">
                  <a:extLst>
                    <a:ext uri="{9D8B030D-6E8A-4147-A177-3AD203B41FA5}">
                      <a16:colId xmlns:a16="http://schemas.microsoft.com/office/drawing/2014/main" val="1914907498"/>
                    </a:ext>
                  </a:extLst>
                </a:gridCol>
                <a:gridCol w="2303964">
                  <a:extLst>
                    <a:ext uri="{9D8B030D-6E8A-4147-A177-3AD203B41FA5}">
                      <a16:colId xmlns:a16="http://schemas.microsoft.com/office/drawing/2014/main" val="3206745162"/>
                    </a:ext>
                  </a:extLst>
                </a:gridCol>
                <a:gridCol w="2303964">
                  <a:extLst>
                    <a:ext uri="{9D8B030D-6E8A-4147-A177-3AD203B41FA5}">
                      <a16:colId xmlns:a16="http://schemas.microsoft.com/office/drawing/2014/main" val="1488314251"/>
                    </a:ext>
                  </a:extLst>
                </a:gridCol>
              </a:tblGrid>
              <a:tr h="227304">
                <a:tc>
                  <a:txBody>
                    <a:bodyPr/>
                    <a:lstStyle/>
                    <a:p>
                      <a:pPr>
                        <a:lnSpc>
                          <a:spcPct val="107000"/>
                        </a:lnSpc>
                      </a:pPr>
                      <a:endParaRPr lang="en-IN" sz="1400">
                        <a:effectLst/>
                        <a:latin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400">
                          <a:effectLst/>
                        </a:rPr>
                        <a:t>Predicted Negative (0)</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400">
                          <a:effectLst/>
                        </a:rPr>
                        <a:t>Predicted Positive (1)</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3695031833"/>
                  </a:ext>
                </a:extLst>
              </a:tr>
              <a:tr h="257612">
                <a:tc>
                  <a:txBody>
                    <a:bodyPr/>
                    <a:lstStyle/>
                    <a:p>
                      <a:pPr>
                        <a:lnSpc>
                          <a:spcPct val="107000"/>
                        </a:lnSpc>
                        <a:spcAft>
                          <a:spcPts val="800"/>
                        </a:spcAft>
                      </a:pPr>
                      <a:r>
                        <a:rPr lang="en-IN" sz="1400">
                          <a:effectLst/>
                        </a:rPr>
                        <a:t>Actual Negative (0)</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46</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4</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2356566766"/>
                  </a:ext>
                </a:extLst>
              </a:tr>
              <a:tr h="217909">
                <a:tc>
                  <a:txBody>
                    <a:bodyPr/>
                    <a:lstStyle/>
                    <a:p>
                      <a:pPr>
                        <a:lnSpc>
                          <a:spcPct val="107000"/>
                        </a:lnSpc>
                        <a:spcAft>
                          <a:spcPts val="800"/>
                        </a:spcAft>
                      </a:pPr>
                      <a:r>
                        <a:rPr lang="en-IN" sz="1400">
                          <a:effectLst/>
                        </a:rPr>
                        <a:t>Actual Positive (1)</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3</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41</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1279850954"/>
                  </a:ext>
                </a:extLst>
              </a:tr>
            </a:tbl>
          </a:graphicData>
        </a:graphic>
      </p:graphicFrame>
      <p:graphicFrame>
        <p:nvGraphicFramePr>
          <p:cNvPr id="7" name="Table 6">
            <a:extLst>
              <a:ext uri="{FF2B5EF4-FFF2-40B4-BE49-F238E27FC236}">
                <a16:creationId xmlns:a16="http://schemas.microsoft.com/office/drawing/2014/main" id="{52689A7D-CF25-BF8E-8891-A8B4B2B26627}"/>
              </a:ext>
            </a:extLst>
          </p:cNvPr>
          <p:cNvGraphicFramePr>
            <a:graphicFrameLocks noGrp="1"/>
          </p:cNvGraphicFramePr>
          <p:nvPr>
            <p:extLst>
              <p:ext uri="{D42A27DB-BD31-4B8C-83A1-F6EECF244321}">
                <p14:modId xmlns:p14="http://schemas.microsoft.com/office/powerpoint/2010/main" val="2389137854"/>
              </p:ext>
            </p:extLst>
          </p:nvPr>
        </p:nvGraphicFramePr>
        <p:xfrm>
          <a:off x="898358" y="4528866"/>
          <a:ext cx="6985014" cy="743283"/>
        </p:xfrm>
        <a:graphic>
          <a:graphicData uri="http://schemas.openxmlformats.org/drawingml/2006/table">
            <a:tbl>
              <a:tblPr firstRow="1" firstCol="1" bandRow="1">
                <a:tableStyleId>{5C22544A-7EE6-4342-B048-85BDC9FD1C3A}</a:tableStyleId>
              </a:tblPr>
              <a:tblGrid>
                <a:gridCol w="2328338">
                  <a:extLst>
                    <a:ext uri="{9D8B030D-6E8A-4147-A177-3AD203B41FA5}">
                      <a16:colId xmlns:a16="http://schemas.microsoft.com/office/drawing/2014/main" val="3835811714"/>
                    </a:ext>
                  </a:extLst>
                </a:gridCol>
                <a:gridCol w="2328338">
                  <a:extLst>
                    <a:ext uri="{9D8B030D-6E8A-4147-A177-3AD203B41FA5}">
                      <a16:colId xmlns:a16="http://schemas.microsoft.com/office/drawing/2014/main" val="2474523995"/>
                    </a:ext>
                  </a:extLst>
                </a:gridCol>
                <a:gridCol w="2328338">
                  <a:extLst>
                    <a:ext uri="{9D8B030D-6E8A-4147-A177-3AD203B41FA5}">
                      <a16:colId xmlns:a16="http://schemas.microsoft.com/office/drawing/2014/main" val="3105720690"/>
                    </a:ext>
                  </a:extLst>
                </a:gridCol>
              </a:tblGrid>
              <a:tr h="237186">
                <a:tc>
                  <a:txBody>
                    <a:bodyPr/>
                    <a:lstStyle/>
                    <a:p>
                      <a:pPr>
                        <a:lnSpc>
                          <a:spcPct val="107000"/>
                        </a:lnSpc>
                      </a:pPr>
                      <a:endParaRPr lang="en-IN" sz="1400">
                        <a:effectLst/>
                        <a:latin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400">
                          <a:effectLst/>
                        </a:rPr>
                        <a:t>Predicted Negative (0)</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gn="ctr">
                        <a:lnSpc>
                          <a:spcPct val="107000"/>
                        </a:lnSpc>
                        <a:spcAft>
                          <a:spcPts val="800"/>
                        </a:spcAft>
                      </a:pPr>
                      <a:r>
                        <a:rPr lang="en-IN" sz="1400">
                          <a:effectLst/>
                        </a:rPr>
                        <a:t>Predicted Positive (1)</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842394235"/>
                  </a:ext>
                </a:extLst>
              </a:tr>
              <a:tr h="268811">
                <a:tc>
                  <a:txBody>
                    <a:bodyPr/>
                    <a:lstStyle/>
                    <a:p>
                      <a:pPr>
                        <a:lnSpc>
                          <a:spcPct val="107000"/>
                        </a:lnSpc>
                        <a:spcAft>
                          <a:spcPts val="800"/>
                        </a:spcAft>
                      </a:pPr>
                      <a:r>
                        <a:rPr lang="en-IN" sz="1400">
                          <a:effectLst/>
                        </a:rPr>
                        <a:t>Actual Negative (0)</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27</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9</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3868570478"/>
                  </a:ext>
                </a:extLst>
              </a:tr>
              <a:tr h="227383">
                <a:tc>
                  <a:txBody>
                    <a:bodyPr/>
                    <a:lstStyle/>
                    <a:p>
                      <a:pPr>
                        <a:lnSpc>
                          <a:spcPct val="107000"/>
                        </a:lnSpc>
                        <a:spcAft>
                          <a:spcPts val="800"/>
                        </a:spcAft>
                      </a:pPr>
                      <a:r>
                        <a:rPr lang="en-IN" sz="1400">
                          <a:effectLst/>
                        </a:rPr>
                        <a:t>Actual Positive (1)</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8</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tc>
                  <a:txBody>
                    <a:bodyPr/>
                    <a:lstStyle/>
                    <a:p>
                      <a:pPr>
                        <a:lnSpc>
                          <a:spcPct val="107000"/>
                        </a:lnSpc>
                        <a:spcAft>
                          <a:spcPts val="800"/>
                        </a:spcAft>
                      </a:pPr>
                      <a:r>
                        <a:rPr lang="en-IN" sz="1400">
                          <a:effectLst/>
                        </a:rPr>
                        <a:t>20</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9525" marR="9525" marT="9525" marB="9525" anchor="b"/>
                </a:tc>
                <a:extLst>
                  <a:ext uri="{0D108BD9-81ED-4DB2-BD59-A6C34878D82A}">
                    <a16:rowId xmlns:a16="http://schemas.microsoft.com/office/drawing/2014/main" val="3446066256"/>
                  </a:ext>
                </a:extLst>
              </a:tr>
            </a:tbl>
          </a:graphicData>
        </a:graphic>
      </p:graphicFrame>
    </p:spTree>
    <p:extLst>
      <p:ext uri="{BB962C8B-B14F-4D97-AF65-F5344CB8AC3E}">
        <p14:creationId xmlns:p14="http://schemas.microsoft.com/office/powerpoint/2010/main" val="3811839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1143000" y="446418"/>
            <a:ext cx="9906000" cy="659362"/>
          </a:xfrm>
        </p:spPr>
        <p:txBody>
          <a:bodyPr/>
          <a:lstStyle/>
          <a:p>
            <a:r>
              <a:rPr lang="en-US" sz="3600"/>
              <a:t>Comparison of LR, NN and Tree methods</a:t>
            </a:r>
            <a:endParaRPr lang="en-US" sz="3600" dirty="0"/>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16</a:t>
            </a:fld>
            <a:endParaRPr lang="en-US" dirty="0"/>
          </a:p>
        </p:txBody>
      </p:sp>
      <p:graphicFrame>
        <p:nvGraphicFramePr>
          <p:cNvPr id="6" name="Table 5">
            <a:extLst>
              <a:ext uri="{FF2B5EF4-FFF2-40B4-BE49-F238E27FC236}">
                <a16:creationId xmlns:a16="http://schemas.microsoft.com/office/drawing/2014/main" id="{A74A03FE-11BF-4679-F029-73BADBBB64E7}"/>
              </a:ext>
            </a:extLst>
          </p:cNvPr>
          <p:cNvGraphicFramePr>
            <a:graphicFrameLocks noGrp="1"/>
          </p:cNvGraphicFramePr>
          <p:nvPr>
            <p:extLst>
              <p:ext uri="{D42A27DB-BD31-4B8C-83A1-F6EECF244321}">
                <p14:modId xmlns:p14="http://schemas.microsoft.com/office/powerpoint/2010/main" val="1989646320"/>
              </p:ext>
            </p:extLst>
          </p:nvPr>
        </p:nvGraphicFramePr>
        <p:xfrm>
          <a:off x="1143000" y="1253619"/>
          <a:ext cx="10327640" cy="4761101"/>
        </p:xfrm>
        <a:graphic>
          <a:graphicData uri="http://schemas.openxmlformats.org/drawingml/2006/table">
            <a:tbl>
              <a:tblPr firstRow="1" firstCol="1" bandRow="1">
                <a:tableStyleId>{5C22544A-7EE6-4342-B048-85BDC9FD1C3A}</a:tableStyleId>
              </a:tblPr>
              <a:tblGrid>
                <a:gridCol w="2298749">
                  <a:extLst>
                    <a:ext uri="{9D8B030D-6E8A-4147-A177-3AD203B41FA5}">
                      <a16:colId xmlns:a16="http://schemas.microsoft.com/office/drawing/2014/main" val="3814065921"/>
                    </a:ext>
                  </a:extLst>
                </a:gridCol>
                <a:gridCol w="5295851">
                  <a:extLst>
                    <a:ext uri="{9D8B030D-6E8A-4147-A177-3AD203B41FA5}">
                      <a16:colId xmlns:a16="http://schemas.microsoft.com/office/drawing/2014/main" val="3370212164"/>
                    </a:ext>
                  </a:extLst>
                </a:gridCol>
                <a:gridCol w="2733040">
                  <a:extLst>
                    <a:ext uri="{9D8B030D-6E8A-4147-A177-3AD203B41FA5}">
                      <a16:colId xmlns:a16="http://schemas.microsoft.com/office/drawing/2014/main" val="3474804655"/>
                    </a:ext>
                  </a:extLst>
                </a:gridCol>
              </a:tblGrid>
              <a:tr h="885730">
                <a:tc>
                  <a:txBody>
                    <a:bodyPr/>
                    <a:lstStyle/>
                    <a:p>
                      <a:pPr>
                        <a:lnSpc>
                          <a:spcPct val="200000"/>
                        </a:lnSpc>
                        <a:spcAft>
                          <a:spcPts val="800"/>
                        </a:spcAft>
                      </a:pPr>
                      <a:r>
                        <a:rPr lang="en-IN" sz="1400">
                          <a:effectLst/>
                        </a:rPr>
                        <a:t>Model Name</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21469" marR="21469" marT="0" marB="0"/>
                </a:tc>
                <a:tc>
                  <a:txBody>
                    <a:bodyPr/>
                    <a:lstStyle/>
                    <a:p>
                      <a:pPr>
                        <a:lnSpc>
                          <a:spcPct val="200000"/>
                        </a:lnSpc>
                        <a:spcAft>
                          <a:spcPts val="800"/>
                        </a:spcAft>
                      </a:pPr>
                      <a:r>
                        <a:rPr lang="en-IN" sz="1400">
                          <a:effectLst/>
                        </a:rPr>
                        <a:t>Model Description</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21469" marR="21469" marT="0" marB="0"/>
                </a:tc>
                <a:tc>
                  <a:txBody>
                    <a:bodyPr/>
                    <a:lstStyle/>
                    <a:p>
                      <a:pPr>
                        <a:lnSpc>
                          <a:spcPct val="200000"/>
                        </a:lnSpc>
                        <a:spcAft>
                          <a:spcPts val="800"/>
                        </a:spcAft>
                      </a:pPr>
                      <a:r>
                        <a:rPr lang="en-IN" sz="1400">
                          <a:effectLst/>
                        </a:rPr>
                        <a:t>Validation Accuracy</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21469" marR="21469" marT="0" marB="0"/>
                </a:tc>
                <a:extLst>
                  <a:ext uri="{0D108BD9-81ED-4DB2-BD59-A6C34878D82A}">
                    <a16:rowId xmlns:a16="http://schemas.microsoft.com/office/drawing/2014/main" val="289180781"/>
                  </a:ext>
                </a:extLst>
              </a:tr>
              <a:tr h="955040">
                <a:tc>
                  <a:txBody>
                    <a:bodyPr/>
                    <a:lstStyle/>
                    <a:p>
                      <a:pPr>
                        <a:lnSpc>
                          <a:spcPct val="200000"/>
                        </a:lnSpc>
                        <a:spcAft>
                          <a:spcPts val="800"/>
                        </a:spcAft>
                      </a:pPr>
                      <a:r>
                        <a:rPr lang="en-IN" sz="1400">
                          <a:effectLst/>
                        </a:rPr>
                        <a:t>Logistic Regression Model</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21469" marR="21469" marT="0" marB="0"/>
                </a:tc>
                <a:tc>
                  <a:txBody>
                    <a:bodyPr/>
                    <a:lstStyle/>
                    <a:p>
                      <a:pPr>
                        <a:lnSpc>
                          <a:spcPct val="200000"/>
                        </a:lnSpc>
                        <a:spcAft>
                          <a:spcPts val="800"/>
                        </a:spcAft>
                      </a:pPr>
                      <a:r>
                        <a:rPr lang="en-IN" sz="1400">
                          <a:effectLst/>
                        </a:rPr>
                        <a:t>Model with 5 predictors Economy, Family, Health, Freedom, and Trust (Government Corruption)</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21469" marR="21469" marT="0" marB="0"/>
                </a:tc>
                <a:tc>
                  <a:txBody>
                    <a:bodyPr/>
                    <a:lstStyle/>
                    <a:p>
                      <a:pPr>
                        <a:lnSpc>
                          <a:spcPct val="200000"/>
                        </a:lnSpc>
                        <a:spcAft>
                          <a:spcPts val="800"/>
                        </a:spcAft>
                      </a:pPr>
                      <a:r>
                        <a:rPr lang="en-IN" sz="1400">
                          <a:effectLst/>
                        </a:rPr>
                        <a:t>81.25%</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21469" marR="21469" marT="0" marB="0"/>
                </a:tc>
                <a:extLst>
                  <a:ext uri="{0D108BD9-81ED-4DB2-BD59-A6C34878D82A}">
                    <a16:rowId xmlns:a16="http://schemas.microsoft.com/office/drawing/2014/main" val="1156173758"/>
                  </a:ext>
                </a:extLst>
              </a:tr>
              <a:tr h="944880">
                <a:tc>
                  <a:txBody>
                    <a:bodyPr/>
                    <a:lstStyle/>
                    <a:p>
                      <a:pPr>
                        <a:lnSpc>
                          <a:spcPct val="200000"/>
                        </a:lnSpc>
                        <a:spcAft>
                          <a:spcPts val="800"/>
                        </a:spcAft>
                      </a:pPr>
                      <a:r>
                        <a:rPr lang="en-IN" sz="1400">
                          <a:effectLst/>
                        </a:rPr>
                        <a:t>Neural network model</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21469" marR="21469" marT="0" marB="0"/>
                </a:tc>
                <a:tc>
                  <a:txBody>
                    <a:bodyPr/>
                    <a:lstStyle/>
                    <a:p>
                      <a:pPr>
                        <a:lnSpc>
                          <a:spcPct val="200000"/>
                        </a:lnSpc>
                        <a:spcAft>
                          <a:spcPts val="800"/>
                        </a:spcAft>
                      </a:pPr>
                      <a:r>
                        <a:rPr lang="en-IN" sz="1400">
                          <a:effectLst/>
                        </a:rPr>
                        <a:t>Model with 1 hidden and 10 neurons having of Economy(GDP per Capita), Family, and Freedom.</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21469" marR="21469" marT="0" marB="0"/>
                </a:tc>
                <a:tc>
                  <a:txBody>
                    <a:bodyPr/>
                    <a:lstStyle/>
                    <a:p>
                      <a:pPr>
                        <a:lnSpc>
                          <a:spcPct val="200000"/>
                        </a:lnSpc>
                        <a:spcAft>
                          <a:spcPts val="800"/>
                        </a:spcAft>
                      </a:pPr>
                      <a:r>
                        <a:rPr lang="en-IN" sz="1400">
                          <a:effectLst/>
                        </a:rPr>
                        <a:t>81%</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21469" marR="21469" marT="0" marB="0"/>
                </a:tc>
                <a:extLst>
                  <a:ext uri="{0D108BD9-81ED-4DB2-BD59-A6C34878D82A}">
                    <a16:rowId xmlns:a16="http://schemas.microsoft.com/office/drawing/2014/main" val="1987337695"/>
                  </a:ext>
                </a:extLst>
              </a:tr>
              <a:tr h="477520">
                <a:tc>
                  <a:txBody>
                    <a:bodyPr/>
                    <a:lstStyle/>
                    <a:p>
                      <a:pPr>
                        <a:lnSpc>
                          <a:spcPct val="200000"/>
                        </a:lnSpc>
                        <a:spcAft>
                          <a:spcPts val="800"/>
                        </a:spcAft>
                      </a:pPr>
                      <a:r>
                        <a:rPr lang="en-IN" sz="1400">
                          <a:effectLst/>
                        </a:rPr>
                        <a:t>Best Classification Tree</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21469" marR="21469" marT="0" marB="0"/>
                </a:tc>
                <a:tc>
                  <a:txBody>
                    <a:bodyPr/>
                    <a:lstStyle/>
                    <a:p>
                      <a:pPr>
                        <a:lnSpc>
                          <a:spcPct val="200000"/>
                        </a:lnSpc>
                        <a:spcAft>
                          <a:spcPts val="800"/>
                        </a:spcAft>
                      </a:pPr>
                      <a:r>
                        <a:rPr lang="en-IN" sz="1400">
                          <a:effectLst/>
                        </a:rPr>
                        <a:t>classification tree model with full predictors</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21469" marR="21469" marT="0" marB="0"/>
                </a:tc>
                <a:tc>
                  <a:txBody>
                    <a:bodyPr/>
                    <a:lstStyle/>
                    <a:p>
                      <a:pPr>
                        <a:lnSpc>
                          <a:spcPct val="200000"/>
                        </a:lnSpc>
                        <a:spcAft>
                          <a:spcPts val="800"/>
                        </a:spcAft>
                      </a:pPr>
                      <a:r>
                        <a:rPr lang="en-IN" sz="1400">
                          <a:effectLst/>
                        </a:rPr>
                        <a:t>76.56%</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21469" marR="21469" marT="0" marB="0"/>
                </a:tc>
                <a:extLst>
                  <a:ext uri="{0D108BD9-81ED-4DB2-BD59-A6C34878D82A}">
                    <a16:rowId xmlns:a16="http://schemas.microsoft.com/office/drawing/2014/main" val="3580106974"/>
                  </a:ext>
                </a:extLst>
              </a:tr>
              <a:tr h="528320">
                <a:tc>
                  <a:txBody>
                    <a:bodyPr/>
                    <a:lstStyle/>
                    <a:p>
                      <a:pPr>
                        <a:lnSpc>
                          <a:spcPct val="200000"/>
                        </a:lnSpc>
                        <a:spcAft>
                          <a:spcPts val="800"/>
                        </a:spcAft>
                      </a:pPr>
                      <a:r>
                        <a:rPr lang="en-IN" sz="1400">
                          <a:effectLst/>
                        </a:rPr>
                        <a:t>Random Forest</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21469" marR="21469" marT="0" marB="0"/>
                </a:tc>
                <a:tc>
                  <a:txBody>
                    <a:bodyPr/>
                    <a:lstStyle/>
                    <a:p>
                      <a:pPr>
                        <a:lnSpc>
                          <a:spcPct val="200000"/>
                        </a:lnSpc>
                        <a:spcAft>
                          <a:spcPts val="800"/>
                        </a:spcAft>
                      </a:pPr>
                      <a:r>
                        <a:rPr lang="en-IN" sz="1400">
                          <a:effectLst/>
                        </a:rPr>
                        <a:t>Random forest model with all predictors and 500 decision trees.</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21469" marR="21469" marT="0" marB="0"/>
                </a:tc>
                <a:tc>
                  <a:txBody>
                    <a:bodyPr/>
                    <a:lstStyle/>
                    <a:p>
                      <a:pPr>
                        <a:lnSpc>
                          <a:spcPct val="200000"/>
                        </a:lnSpc>
                        <a:spcAft>
                          <a:spcPts val="800"/>
                        </a:spcAft>
                      </a:pPr>
                      <a:r>
                        <a:rPr lang="en-IN" sz="1400">
                          <a:effectLst/>
                        </a:rPr>
                        <a:t>76.56%</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21469" marR="21469" marT="0" marB="0"/>
                </a:tc>
                <a:extLst>
                  <a:ext uri="{0D108BD9-81ED-4DB2-BD59-A6C34878D82A}">
                    <a16:rowId xmlns:a16="http://schemas.microsoft.com/office/drawing/2014/main" val="3224769474"/>
                  </a:ext>
                </a:extLst>
              </a:tr>
              <a:tr h="477520">
                <a:tc>
                  <a:txBody>
                    <a:bodyPr/>
                    <a:lstStyle/>
                    <a:p>
                      <a:pPr>
                        <a:lnSpc>
                          <a:spcPct val="200000"/>
                        </a:lnSpc>
                        <a:spcAft>
                          <a:spcPts val="800"/>
                        </a:spcAft>
                      </a:pPr>
                      <a:r>
                        <a:rPr lang="en-IN" sz="1400">
                          <a:effectLst/>
                        </a:rPr>
                        <a:t>Bagging</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21469" marR="21469" marT="0" marB="0"/>
                </a:tc>
                <a:tc>
                  <a:txBody>
                    <a:bodyPr/>
                    <a:lstStyle/>
                    <a:p>
                      <a:pPr>
                        <a:lnSpc>
                          <a:spcPct val="200000"/>
                        </a:lnSpc>
                        <a:spcAft>
                          <a:spcPts val="800"/>
                        </a:spcAft>
                      </a:pPr>
                      <a:r>
                        <a:rPr lang="en-IN" sz="1400">
                          <a:effectLst/>
                        </a:rPr>
                        <a:t>Bagging method with all predictors</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21469" marR="21469" marT="0" marB="0"/>
                </a:tc>
                <a:tc>
                  <a:txBody>
                    <a:bodyPr/>
                    <a:lstStyle/>
                    <a:p>
                      <a:pPr>
                        <a:lnSpc>
                          <a:spcPct val="200000"/>
                        </a:lnSpc>
                        <a:spcAft>
                          <a:spcPts val="800"/>
                        </a:spcAft>
                      </a:pPr>
                      <a:r>
                        <a:rPr lang="en-IN" sz="1400">
                          <a:effectLst/>
                        </a:rPr>
                        <a:t>76.56%</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21469" marR="21469" marT="0" marB="0"/>
                </a:tc>
                <a:extLst>
                  <a:ext uri="{0D108BD9-81ED-4DB2-BD59-A6C34878D82A}">
                    <a16:rowId xmlns:a16="http://schemas.microsoft.com/office/drawing/2014/main" val="541143492"/>
                  </a:ext>
                </a:extLst>
              </a:tr>
              <a:tr h="492091">
                <a:tc>
                  <a:txBody>
                    <a:bodyPr/>
                    <a:lstStyle/>
                    <a:p>
                      <a:pPr>
                        <a:lnSpc>
                          <a:spcPct val="200000"/>
                        </a:lnSpc>
                        <a:spcAft>
                          <a:spcPts val="800"/>
                        </a:spcAft>
                      </a:pPr>
                      <a:r>
                        <a:rPr lang="en-IN" sz="1400">
                          <a:effectLst/>
                        </a:rPr>
                        <a:t>Boosting</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21469" marR="21469" marT="0" marB="0"/>
                </a:tc>
                <a:tc>
                  <a:txBody>
                    <a:bodyPr/>
                    <a:lstStyle/>
                    <a:p>
                      <a:pPr>
                        <a:lnSpc>
                          <a:spcPct val="200000"/>
                        </a:lnSpc>
                        <a:spcAft>
                          <a:spcPts val="800"/>
                        </a:spcAft>
                      </a:pPr>
                      <a:r>
                        <a:rPr lang="en-IN" sz="1400">
                          <a:effectLst/>
                        </a:rPr>
                        <a:t>Boosting method is used to fit all predictors</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21469" marR="21469" marT="0" marB="0"/>
                </a:tc>
                <a:tc>
                  <a:txBody>
                    <a:bodyPr/>
                    <a:lstStyle/>
                    <a:p>
                      <a:pPr>
                        <a:lnSpc>
                          <a:spcPct val="200000"/>
                        </a:lnSpc>
                        <a:spcAft>
                          <a:spcPts val="800"/>
                        </a:spcAft>
                      </a:pPr>
                      <a:r>
                        <a:rPr lang="en-IN" sz="1400">
                          <a:effectLst/>
                        </a:rPr>
                        <a:t>73.43%</a:t>
                      </a:r>
                      <a:endParaRPr lang="en-IN" sz="1400">
                        <a:effectLst/>
                        <a:latin typeface="Calibri" panose="020F0502020204030204" pitchFamily="34" charset="0"/>
                        <a:ea typeface="Calibri" panose="020F0502020204030204" pitchFamily="34" charset="0"/>
                        <a:cs typeface="Gautami" panose="020B0502040204020203" pitchFamily="34" charset="0"/>
                      </a:endParaRPr>
                    </a:p>
                  </a:txBody>
                  <a:tcPr marL="21469" marR="21469" marT="0" marB="0"/>
                </a:tc>
                <a:extLst>
                  <a:ext uri="{0D108BD9-81ED-4DB2-BD59-A6C34878D82A}">
                    <a16:rowId xmlns:a16="http://schemas.microsoft.com/office/drawing/2014/main" val="1855842375"/>
                  </a:ext>
                </a:extLst>
              </a:tr>
            </a:tbl>
          </a:graphicData>
        </a:graphic>
      </p:graphicFrame>
    </p:spTree>
    <p:extLst>
      <p:ext uri="{BB962C8B-B14F-4D97-AF65-F5344CB8AC3E}">
        <p14:creationId xmlns:p14="http://schemas.microsoft.com/office/powerpoint/2010/main" val="1851083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6856132" y="523222"/>
            <a:ext cx="3623609" cy="940181"/>
          </a:xfrm>
        </p:spPr>
        <p:txBody>
          <a:bodyPr/>
          <a:lstStyle/>
          <a:p>
            <a:r>
              <a:rPr lang="en-US" dirty="0"/>
              <a:t>CONCLUSION</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6206400" y="1730187"/>
            <a:ext cx="5712884" cy="4604591"/>
          </a:xfrm>
        </p:spPr>
        <p:txBody>
          <a:bodyPr vert="horz" lIns="91440" tIns="45720" rIns="91440" bIns="45720" rtlCol="0" anchor="t">
            <a:noAutofit/>
          </a:bodyPr>
          <a:lstStyle/>
          <a:p>
            <a:pPr algn="l">
              <a:lnSpc>
                <a:spcPct val="150000"/>
              </a:lnSpc>
            </a:pPr>
            <a:r>
              <a:rPr lang="en-US" sz="1700">
                <a:effectLst/>
                <a:latin typeface="Calibri"/>
                <a:ea typeface="Calibri" panose="020F0502020204030204" pitchFamily="34" charset="0"/>
                <a:cs typeface="Times New Roman"/>
              </a:rPr>
              <a:t>In this analysis, four different models were fitted to predict the happiness score of different countries. The models used were logistic regression, neural network, classification tree, bagging, boosting, and random forest analysis. Overall the best model is Logistic model with Economy, Family, Health, Freedom, and Trust (Government Corruption) as predictors. The model's accuracy for validation data is 81.25%, with a specificity of 81% and a sensitivity of 81%. Overall, the model demonstrates good performance in predicting the outcome of interest, suggesting that the factors included in the model are important predictors.</a:t>
            </a:r>
          </a:p>
          <a:p>
            <a:pPr algn="l">
              <a:lnSpc>
                <a:spcPct val="150000"/>
              </a:lnSpc>
            </a:pPr>
            <a:endParaRPr lang="en-US" sz="1700">
              <a:effectLst/>
              <a:latin typeface="Calibri"/>
              <a:ea typeface="Calibri" panose="020F0502020204030204" pitchFamily="34" charset="0"/>
              <a:cs typeface="Times New Roman"/>
            </a:endParaRPr>
          </a:p>
          <a:p>
            <a:pPr algn="l">
              <a:lnSpc>
                <a:spcPct val="150000"/>
              </a:lnSpc>
            </a:pPr>
            <a:endParaRPr lang="en-US" sz="1700" dirty="0">
              <a:effectLst/>
              <a:latin typeface="Calibri"/>
              <a:ea typeface="Calibri" panose="020F0502020204030204" pitchFamily="34" charset="0"/>
              <a:cs typeface="Times New Roman"/>
            </a:endParaRPr>
          </a:p>
        </p:txBody>
      </p:sp>
      <p:pic>
        <p:nvPicPr>
          <p:cNvPr id="11" name="Picture Placeholder 10" descr="city skyline">
            <a:extLst>
              <a:ext uri="{FF2B5EF4-FFF2-40B4-BE49-F238E27FC236}">
                <a16:creationId xmlns:a16="http://schemas.microsoft.com/office/drawing/2014/main" id="{9D82A855-CCB0-4075-B5EE-5CC6FD176DB4}"/>
              </a:ext>
            </a:extLst>
          </p:cNvPr>
          <p:cNvPicPr>
            <a:picLocks noGrp="1" noChangeAspect="1"/>
          </p:cNvPicPr>
          <p:nvPr>
            <p:ph type="pic" sz="quarter" idx="13"/>
          </p:nvPr>
        </p:nvPicPr>
        <p:blipFill>
          <a:blip r:embed="rId3" cstate="print">
            <a:extLst>
              <a:ext uri="{28A0092B-C50C-407E-A947-70E740481C1C}">
                <a14:useLocalDpi xmlns:a14="http://schemas.microsoft.com/office/drawing/2010/main"/>
              </a:ext>
            </a:extLst>
          </a:blip>
          <a:srcRect/>
          <a:stretch>
            <a:fillRect/>
          </a:stretch>
        </p:blipFill>
        <p:spPr>
          <a:xfrm>
            <a:off x="0" y="2087812"/>
            <a:ext cx="6206400" cy="4587625"/>
          </a:xfrm>
        </p:spPr>
      </p:pic>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17</a:t>
            </a:fld>
            <a:endParaRPr lang="en-US" dirty="0"/>
          </a:p>
        </p:txBody>
      </p:sp>
    </p:spTree>
    <p:extLst>
      <p:ext uri="{BB962C8B-B14F-4D97-AF65-F5344CB8AC3E}">
        <p14:creationId xmlns:p14="http://schemas.microsoft.com/office/powerpoint/2010/main" val="3950988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9" descr="cityscape">
            <a:extLst>
              <a:ext uri="{FF2B5EF4-FFF2-40B4-BE49-F238E27FC236}">
                <a16:creationId xmlns:a16="http://schemas.microsoft.com/office/drawing/2014/main" id="{63493B9E-F6F8-4C0F-9706-CA547A8B2B3F}"/>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t="39" b="39"/>
          <a:stretch>
            <a:fillRect/>
          </a:stretch>
        </p:blipFill>
        <p:spPr/>
      </p:pic>
      <p:sp>
        <p:nvSpPr>
          <p:cNvPr id="6" name="Title 5">
            <a:extLst>
              <a:ext uri="{FF2B5EF4-FFF2-40B4-BE49-F238E27FC236}">
                <a16:creationId xmlns:a16="http://schemas.microsoft.com/office/drawing/2014/main" id="{95D612B9-68B9-4C9F-98FE-CEE07DB1F00D}"/>
              </a:ext>
            </a:extLst>
          </p:cNvPr>
          <p:cNvSpPr>
            <a:spLocks noGrp="1"/>
          </p:cNvSpPr>
          <p:nvPr>
            <p:ph type="title"/>
          </p:nvPr>
        </p:nvSpPr>
        <p:spPr>
          <a:xfrm>
            <a:off x="6469777" y="3158641"/>
            <a:ext cx="5722223" cy="921807"/>
          </a:xfrm>
        </p:spPr>
        <p:txBody>
          <a:bodyPr/>
          <a:lstStyle/>
          <a:p>
            <a:r>
              <a:rPr lang="en-US" dirty="0"/>
              <a:t>Thank you!</a:t>
            </a:r>
          </a:p>
        </p:txBody>
      </p:sp>
      <p:sp>
        <p:nvSpPr>
          <p:cNvPr id="2" name="Rectangle 1">
            <a:extLst>
              <a:ext uri="{FF2B5EF4-FFF2-40B4-BE49-F238E27FC236}">
                <a16:creationId xmlns:a16="http://schemas.microsoft.com/office/drawing/2014/main" id="{3E467B83-20B9-5717-4F8B-247E443125E6}"/>
              </a:ext>
            </a:extLst>
          </p:cNvPr>
          <p:cNvSpPr/>
          <p:nvPr/>
        </p:nvSpPr>
        <p:spPr>
          <a:xfrm>
            <a:off x="6175529" y="4400643"/>
            <a:ext cx="1846729" cy="1085757"/>
          </a:xfrm>
          <a:prstGeom prst="rect">
            <a:avLst/>
          </a:prstGeom>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B88359CE-2476-3D0D-EAE1-F780B363851E}"/>
              </a:ext>
            </a:extLst>
          </p:cNvPr>
          <p:cNvSpPr/>
          <p:nvPr/>
        </p:nvSpPr>
        <p:spPr>
          <a:xfrm>
            <a:off x="9995647" y="384455"/>
            <a:ext cx="1846729" cy="753035"/>
          </a:xfrm>
          <a:prstGeom prst="rect">
            <a:avLst/>
          </a:prstGeom>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24779538"/>
      </p:ext>
    </p:extLst>
  </p:cSld>
  <p:clrMapOvr>
    <a:masterClrMapping/>
  </p:clrMapOvr>
</p:sld>
</file>

<file path=ppt/theme/theme1.xml><?xml version="1.0" encoding="utf-8"?>
<a:theme xmlns:a="http://schemas.openxmlformats.org/drawingml/2006/main" name="Office Theme">
  <a:themeElements>
    <a:clrScheme name="Contoso v1">
      <a:dk1>
        <a:sysClr val="windowText" lastClr="000000"/>
      </a:dk1>
      <a:lt1>
        <a:sysClr val="window" lastClr="FFFFFF"/>
      </a:lt1>
      <a:dk2>
        <a:srgbClr val="44546A"/>
      </a:dk2>
      <a:lt2>
        <a:srgbClr val="E7E6E6"/>
      </a:lt2>
      <a:accent1>
        <a:srgbClr val="2C567A"/>
      </a:accent1>
      <a:accent2>
        <a:srgbClr val="0072C7"/>
      </a:accent2>
      <a:accent3>
        <a:srgbClr val="0D1D51"/>
      </a:accent3>
      <a:accent4>
        <a:srgbClr val="666666"/>
      </a:accent4>
      <a:accent5>
        <a:srgbClr val="3C76A6"/>
      </a:accent5>
      <a:accent6>
        <a:srgbClr val="1E44BC"/>
      </a:accent6>
      <a:hlink>
        <a:srgbClr val="0563C1"/>
      </a:hlink>
      <a:folHlink>
        <a:srgbClr val="954F72"/>
      </a:folHlink>
    </a:clrScheme>
    <a:fontScheme name="Contoso v1">
      <a:majorFont>
        <a:latin typeface="Corbel"/>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4076243_Blue spheres presentation_RVA_v5" id="{E4C0B511-76E7-4C07-AFEA-8FEA0A5A8C84}" vid="{3A463146-28EF-4F73-B63C-03710F66E2A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Blue spheres presentation</Template>
  <TotalTime>0</TotalTime>
  <Words>1954</Words>
  <Application>Microsoft Office PowerPoint</Application>
  <PresentationFormat>Widescreen</PresentationFormat>
  <Paragraphs>293</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Corbel</vt:lpstr>
      <vt:lpstr>Office Theme</vt:lpstr>
      <vt:lpstr>Comparison of models  Happiness prediction</vt:lpstr>
      <vt:lpstr>ABSTRACT</vt:lpstr>
      <vt:lpstr>overview</vt:lpstr>
      <vt:lpstr>DATA</vt:lpstr>
      <vt:lpstr>Summary of logistic regression</vt:lpstr>
      <vt:lpstr>PowerPoint Presentation</vt:lpstr>
      <vt:lpstr>PowerPoint Presentation</vt:lpstr>
      <vt:lpstr>PowerPoint Presentation</vt:lpstr>
      <vt:lpstr>Summary of neural network analysis</vt:lpstr>
      <vt:lpstr>Summary of neural network analysis</vt:lpstr>
      <vt:lpstr>Summary of Classification Tree, bagging, boosting, random forest analysis</vt:lpstr>
      <vt:lpstr>PowerPoint Presentation</vt:lpstr>
      <vt:lpstr>PowerPoint Presentation</vt:lpstr>
      <vt:lpstr>Bagging model</vt:lpstr>
      <vt:lpstr>Boosting model</vt:lpstr>
      <vt:lpstr>Comparison of LR, NN and Tree methods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2023-09-08T07:35:49Z</dcterms:created>
  <dcterms:modified xsi:type="dcterms:W3CDTF">2023-09-08T07:35:55Z</dcterms:modified>
</cp:coreProperties>
</file>