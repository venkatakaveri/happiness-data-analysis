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1"/>
  </p:sldMasterIdLst>
  <p:notesMasterIdLst>
    <p:notesMasterId r:id="rId18"/>
  </p:notesMasterIdLst>
  <p:handoutMasterIdLst>
    <p:handoutMasterId r:id="rId19"/>
  </p:handoutMasterIdLst>
  <p:sldIdLst>
    <p:sldId id="258" r:id="rId2"/>
    <p:sldId id="268" r:id="rId3"/>
    <p:sldId id="277" r:id="rId4"/>
    <p:sldId id="278" r:id="rId5"/>
    <p:sldId id="279" r:id="rId6"/>
    <p:sldId id="281" r:id="rId7"/>
    <p:sldId id="282" r:id="rId8"/>
    <p:sldId id="283" r:id="rId9"/>
    <p:sldId id="284" r:id="rId10"/>
    <p:sldId id="285" r:id="rId11"/>
    <p:sldId id="286" r:id="rId12"/>
    <p:sldId id="287" r:id="rId13"/>
    <p:sldId id="288" r:id="rId14"/>
    <p:sldId id="289" r:id="rId15"/>
    <p:sldId id="290"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87949" autoAdjust="0"/>
  </p:normalViewPr>
  <p:slideViewPr>
    <p:cSldViewPr snapToGrid="0" showGuides="1">
      <p:cViewPr varScale="1">
        <p:scale>
          <a:sx n="70" d="100"/>
          <a:sy n="70" d="100"/>
        </p:scale>
        <p:origin x="788" y="6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9/8/2023</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9/8/2023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179795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2</a:t>
            </a:fld>
            <a:endParaRPr lang="en-US" dirty="0"/>
          </a:p>
        </p:txBody>
      </p:sp>
    </p:spTree>
    <p:extLst>
      <p:ext uri="{BB962C8B-B14F-4D97-AF65-F5344CB8AC3E}">
        <p14:creationId xmlns:p14="http://schemas.microsoft.com/office/powerpoint/2010/main" val="2243169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3</a:t>
            </a:fld>
            <a:endParaRPr lang="en-US" dirty="0"/>
          </a:p>
        </p:txBody>
      </p:sp>
    </p:spTree>
    <p:extLst>
      <p:ext uri="{BB962C8B-B14F-4D97-AF65-F5344CB8AC3E}">
        <p14:creationId xmlns:p14="http://schemas.microsoft.com/office/powerpoint/2010/main" val="2963023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4</a:t>
            </a:fld>
            <a:endParaRPr lang="en-US" dirty="0"/>
          </a:p>
        </p:txBody>
      </p:sp>
    </p:spTree>
    <p:extLst>
      <p:ext uri="{BB962C8B-B14F-4D97-AF65-F5344CB8AC3E}">
        <p14:creationId xmlns:p14="http://schemas.microsoft.com/office/powerpoint/2010/main" val="1571052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5</a:t>
            </a:fld>
            <a:endParaRPr lang="en-US" dirty="0"/>
          </a:p>
        </p:txBody>
      </p:sp>
    </p:spTree>
    <p:extLst>
      <p:ext uri="{BB962C8B-B14F-4D97-AF65-F5344CB8AC3E}">
        <p14:creationId xmlns:p14="http://schemas.microsoft.com/office/powerpoint/2010/main" val="4042645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6</a:t>
            </a:fld>
            <a:endParaRPr lang="en-US" dirty="0"/>
          </a:p>
        </p:txBody>
      </p:sp>
    </p:spTree>
    <p:extLst>
      <p:ext uri="{BB962C8B-B14F-4D97-AF65-F5344CB8AC3E}">
        <p14:creationId xmlns:p14="http://schemas.microsoft.com/office/powerpoint/2010/main" val="219779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7</a:t>
            </a:fld>
            <a:endParaRPr lang="en-US" dirty="0"/>
          </a:p>
        </p:txBody>
      </p:sp>
    </p:spTree>
    <p:extLst>
      <p:ext uri="{BB962C8B-B14F-4D97-AF65-F5344CB8AC3E}">
        <p14:creationId xmlns:p14="http://schemas.microsoft.com/office/powerpoint/2010/main" val="673279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8</a:t>
            </a:fld>
            <a:endParaRPr lang="en-US" dirty="0"/>
          </a:p>
        </p:txBody>
      </p:sp>
    </p:spTree>
    <p:extLst>
      <p:ext uri="{BB962C8B-B14F-4D97-AF65-F5344CB8AC3E}">
        <p14:creationId xmlns:p14="http://schemas.microsoft.com/office/powerpoint/2010/main" val="1076273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9</a:t>
            </a:fld>
            <a:endParaRPr lang="en-US" dirty="0"/>
          </a:p>
        </p:txBody>
      </p:sp>
    </p:spTree>
    <p:extLst>
      <p:ext uri="{BB962C8B-B14F-4D97-AF65-F5344CB8AC3E}">
        <p14:creationId xmlns:p14="http://schemas.microsoft.com/office/powerpoint/2010/main" val="2123366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10</a:t>
            </a:fld>
            <a:endParaRPr lang="en-US" dirty="0"/>
          </a:p>
        </p:txBody>
      </p:sp>
    </p:spTree>
    <p:extLst>
      <p:ext uri="{BB962C8B-B14F-4D97-AF65-F5344CB8AC3E}">
        <p14:creationId xmlns:p14="http://schemas.microsoft.com/office/powerpoint/2010/main" val="1610101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11</a:t>
            </a:fld>
            <a:endParaRPr lang="en-US" dirty="0"/>
          </a:p>
        </p:txBody>
      </p:sp>
    </p:spTree>
    <p:extLst>
      <p:ext uri="{BB962C8B-B14F-4D97-AF65-F5344CB8AC3E}">
        <p14:creationId xmlns:p14="http://schemas.microsoft.com/office/powerpoint/2010/main" val="3439029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12</a:t>
            </a:fld>
            <a:endParaRPr lang="en-US" dirty="0"/>
          </a:p>
        </p:txBody>
      </p:sp>
    </p:spTree>
    <p:extLst>
      <p:ext uri="{BB962C8B-B14F-4D97-AF65-F5344CB8AC3E}">
        <p14:creationId xmlns:p14="http://schemas.microsoft.com/office/powerpoint/2010/main" val="35080137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13</a:t>
            </a:fld>
            <a:endParaRPr lang="en-US" dirty="0"/>
          </a:p>
        </p:txBody>
      </p:sp>
    </p:spTree>
    <p:extLst>
      <p:ext uri="{BB962C8B-B14F-4D97-AF65-F5344CB8AC3E}">
        <p14:creationId xmlns:p14="http://schemas.microsoft.com/office/powerpoint/2010/main" val="3674031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14</a:t>
            </a:fld>
            <a:endParaRPr lang="en-US" dirty="0"/>
          </a:p>
        </p:txBody>
      </p:sp>
    </p:spTree>
    <p:extLst>
      <p:ext uri="{BB962C8B-B14F-4D97-AF65-F5344CB8AC3E}">
        <p14:creationId xmlns:p14="http://schemas.microsoft.com/office/powerpoint/2010/main" val="2763030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15</a:t>
            </a:fld>
            <a:endParaRPr lang="en-US" dirty="0"/>
          </a:p>
        </p:txBody>
      </p:sp>
    </p:spTree>
    <p:extLst>
      <p:ext uri="{BB962C8B-B14F-4D97-AF65-F5344CB8AC3E}">
        <p14:creationId xmlns:p14="http://schemas.microsoft.com/office/powerpoint/2010/main" val="1903038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16</a:t>
            </a:fld>
            <a:endParaRPr lang="en-US" noProof="0" dirty="0"/>
          </a:p>
        </p:txBody>
      </p:sp>
    </p:spTree>
    <p:extLst>
      <p:ext uri="{BB962C8B-B14F-4D97-AF65-F5344CB8AC3E}">
        <p14:creationId xmlns:p14="http://schemas.microsoft.com/office/powerpoint/2010/main" val="10039034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accent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dirty="0"/>
              <a:t>Click icon to add picture</a:t>
            </a:r>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372999" y="1312605"/>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dirty="0"/>
              <a:t>Click icon to add picture</a:t>
            </a:r>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21408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333" userDrawn="1">
          <p15:clr>
            <a:srgbClr val="FBAE40"/>
          </p15:clr>
        </p15:guide>
        <p15:guide id="4" pos="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3"/>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p>
        </p:txBody>
      </p:sp>
      <p:sp>
        <p:nvSpPr>
          <p:cNvPr id="3" name="Text Placeholder 2">
            <a:extLst>
              <a:ext uri="{FF2B5EF4-FFF2-40B4-BE49-F238E27FC236}">
                <a16:creationId xmlns:a16="http://schemas.microsoft.com/office/drawing/2014/main" id="{4ACB5603-8A62-4D45-B6EF-0D7E2D5FC4F7}"/>
              </a:ext>
            </a:extLst>
          </p:cNvPr>
          <p:cNvSpPr>
            <a:spLocks noGrp="1"/>
          </p:cNvSpPr>
          <p:nvPr>
            <p:ph type="body" idx="1" hasCustomPrompt="1"/>
          </p:nvPr>
        </p:nvSpPr>
        <p:spPr>
          <a:xfrm>
            <a:off x="2139388" y="1154832"/>
            <a:ext cx="7900525" cy="764460"/>
          </a:xfrm>
        </p:spPr>
        <p:txBody>
          <a:bodyPr>
            <a:noAutofit/>
          </a:bodyPr>
          <a:lstStyle>
            <a:lvl1pPr marL="0" indent="0" algn="ctr">
              <a:buNone/>
              <a:defRPr sz="1800" cap="none"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Dummy Text Comes Here</a:t>
            </a:r>
          </a:p>
        </p:txBody>
      </p:sp>
      <p:pic>
        <p:nvPicPr>
          <p:cNvPr id="8" name="Picture 7">
            <a:extLst>
              <a:ext uri="{FF2B5EF4-FFF2-40B4-BE49-F238E27FC236}">
                <a16:creationId xmlns:a16="http://schemas.microsoft.com/office/drawing/2014/main" id="{25FC40B0-ED27-47E5-A3C2-32A8418567EE}"/>
              </a:ext>
            </a:extLst>
          </p:cNvPr>
          <p:cNvPicPr>
            <a:picLocks noChangeAspect="1"/>
          </p:cNvPicPr>
          <p:nvPr userDrawn="1"/>
        </p:nvPicPr>
        <p:blipFill>
          <a:blip r:embed="rId2">
            <a:biLevel thresh="25000"/>
            <a:extLst>
              <a:ext uri="{28A0092B-C50C-407E-A947-70E740481C1C}">
                <a14:useLocalDpi xmlns:a14="http://schemas.microsoft.com/office/drawing/2010/main"/>
              </a:ext>
            </a:extLst>
          </a:blip>
          <a:stretch>
            <a:fillRect/>
          </a:stretch>
        </p:blipFill>
        <p:spPr>
          <a:xfrm>
            <a:off x="469638" y="6260507"/>
            <a:ext cx="1075427" cy="414929"/>
          </a:xfrm>
          <a:prstGeom prst="rect">
            <a:avLst/>
          </a:prstGeom>
        </p:spPr>
      </p:pic>
      <p:sp>
        <p:nvSpPr>
          <p:cNvPr id="11" name="Oval 10">
            <a:extLst>
              <a:ext uri="{FF2B5EF4-FFF2-40B4-BE49-F238E27FC236}">
                <a16:creationId xmlns:a16="http://schemas.microsoft.com/office/drawing/2014/main" id="{8931D2A9-0B92-4197-8802-80424C14EA7E}"/>
              </a:ext>
            </a:extLst>
          </p:cNvPr>
          <p:cNvSpPr/>
          <p:nvPr userDrawn="1"/>
        </p:nvSpPr>
        <p:spPr>
          <a:xfrm>
            <a:off x="11371669" y="6409397"/>
            <a:ext cx="280051"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6" y="6455739"/>
            <a:ext cx="294460" cy="187367"/>
          </a:xfrm>
        </p:spPr>
        <p:txBody>
          <a:bodyPr lIns="0" tIns="0" rIns="0" bIns="0"/>
          <a:lstStyle>
            <a:lvl1pPr algn="ctr">
              <a:defRPr sz="900">
                <a:solidFill>
                  <a:srgbClr val="2C567A"/>
                </a:solidFill>
                <a:latin typeface="+mn-lt"/>
              </a:defRPr>
            </a:lvl1pPr>
          </a:lstStyle>
          <a:p>
            <a:fld id="{9EC71654-96A5-4280-94F3-931C61A9F92C}" type="slidenum">
              <a:rPr lang="en-US" noProof="0" smtClean="0"/>
              <a:pPr/>
              <a:t>‹#›</a:t>
            </a:fld>
            <a:endParaRPr lang="en-US" noProof="0" dirty="0"/>
          </a:p>
        </p:txBody>
      </p:sp>
      <p:sp>
        <p:nvSpPr>
          <p:cNvPr id="15" name="Picture Placeholder 14">
            <a:extLst>
              <a:ext uri="{FF2B5EF4-FFF2-40B4-BE49-F238E27FC236}">
                <a16:creationId xmlns:a16="http://schemas.microsoft.com/office/drawing/2014/main" id="{B5A30B6B-EEDB-4142-8138-D50F5A307D76}"/>
              </a:ext>
            </a:extLst>
          </p:cNvPr>
          <p:cNvSpPr>
            <a:spLocks noGrp="1"/>
          </p:cNvSpPr>
          <p:nvPr>
            <p:ph type="pic" sz="quarter" idx="13"/>
          </p:nvPr>
        </p:nvSpPr>
        <p:spPr>
          <a:xfrm>
            <a:off x="2993041" y="2270376"/>
            <a:ext cx="6206400" cy="4587625"/>
          </a:xfrm>
          <a:custGeom>
            <a:avLst/>
            <a:gdLst>
              <a:gd name="connsiteX0" fmla="*/ 3103200 w 6206400"/>
              <a:gd name="connsiteY0" fmla="*/ 0 h 4587625"/>
              <a:gd name="connsiteX1" fmla="*/ 6206400 w 6206400"/>
              <a:gd name="connsiteY1" fmla="*/ 3103200 h 4587625"/>
              <a:gd name="connsiteX2" fmla="*/ 5831861 w 6206400"/>
              <a:gd name="connsiteY2" fmla="*/ 4582370 h 4587625"/>
              <a:gd name="connsiteX3" fmla="*/ 5828668 w 6206400"/>
              <a:gd name="connsiteY3" fmla="*/ 4587625 h 4587625"/>
              <a:gd name="connsiteX4" fmla="*/ 377733 w 6206400"/>
              <a:gd name="connsiteY4" fmla="*/ 4587625 h 4587625"/>
              <a:gd name="connsiteX5" fmla="*/ 374540 w 6206400"/>
              <a:gd name="connsiteY5" fmla="*/ 4582370 h 4587625"/>
              <a:gd name="connsiteX6" fmla="*/ 0 w 6206400"/>
              <a:gd name="connsiteY6" fmla="*/ 3103200 h 4587625"/>
              <a:gd name="connsiteX7" fmla="*/ 3103200 w 6206400"/>
              <a:gd name="connsiteY7" fmla="*/ 0 h 458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6400" h="4587625">
                <a:moveTo>
                  <a:pt x="3103200" y="0"/>
                </a:moveTo>
                <a:cubicBezTo>
                  <a:pt x="4817050" y="0"/>
                  <a:pt x="6206400" y="1389350"/>
                  <a:pt x="6206400" y="3103200"/>
                </a:cubicBezTo>
                <a:cubicBezTo>
                  <a:pt x="6206400" y="3638778"/>
                  <a:pt x="6070721" y="4142667"/>
                  <a:pt x="5831861" y="4582370"/>
                </a:cubicBezTo>
                <a:lnTo>
                  <a:pt x="5828668" y="4587625"/>
                </a:lnTo>
                <a:lnTo>
                  <a:pt x="377733" y="4587625"/>
                </a:lnTo>
                <a:lnTo>
                  <a:pt x="374540" y="4582370"/>
                </a:lnTo>
                <a:cubicBezTo>
                  <a:pt x="135679" y="4142667"/>
                  <a:pt x="0" y="3638778"/>
                  <a:pt x="0" y="3103200"/>
                </a:cubicBezTo>
                <a:cubicBezTo>
                  <a:pt x="0" y="1389350"/>
                  <a:pt x="1389350" y="0"/>
                  <a:pt x="3103200" y="0"/>
                </a:cubicBezTo>
                <a:close/>
              </a:path>
            </a:pathLst>
          </a:custGeom>
          <a:solidFill>
            <a:schemeClr val="bg2"/>
          </a:solidFill>
        </p:spPr>
        <p:txBody>
          <a:bodyPr wrap="square" anchor="ctr">
            <a:noAutofit/>
          </a:bodyPr>
          <a:lstStyle>
            <a:lvl1pPr marL="0" indent="0" algn="ctr">
              <a:buNone/>
              <a:defRPr sz="2400"/>
            </a:lvl1pPr>
          </a:lstStyle>
          <a:p>
            <a:r>
              <a:rPr lang="en-US" noProof="0" dirty="0"/>
              <a:t>Click icon to add picture</a:t>
            </a:r>
          </a:p>
        </p:txBody>
      </p:sp>
    </p:spTree>
    <p:extLst>
      <p:ext uri="{BB962C8B-B14F-4D97-AF65-F5344CB8AC3E}">
        <p14:creationId xmlns:p14="http://schemas.microsoft.com/office/powerpoint/2010/main" val="27504955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E9886-36F0-4E06-A3A6-D8F00B0665A1}"/>
              </a:ext>
            </a:extLst>
          </p:cNvPr>
          <p:cNvSpPr>
            <a:spLocks noGrp="1"/>
          </p:cNvSpPr>
          <p:nvPr>
            <p:ph idx="1"/>
          </p:nvPr>
        </p:nvSpPr>
        <p:spPr>
          <a:xfrm>
            <a:off x="538960" y="1825625"/>
            <a:ext cx="4914189"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grpSp>
        <p:nvGrpSpPr>
          <p:cNvPr id="10" name="Group 9">
            <a:extLst>
              <a:ext uri="{FF2B5EF4-FFF2-40B4-BE49-F238E27FC236}">
                <a16:creationId xmlns:a16="http://schemas.microsoft.com/office/drawing/2014/main" id="{42E17FB3-B5C4-4B3A-A57B-C6493A9D0C66}"/>
              </a:ext>
            </a:extLst>
          </p:cNvPr>
          <p:cNvGrpSpPr/>
          <p:nvPr userDrawn="1"/>
        </p:nvGrpSpPr>
        <p:grpSpPr>
          <a:xfrm rot="8650774">
            <a:off x="5037655" y="4336093"/>
            <a:ext cx="1905000" cy="2354263"/>
            <a:chOff x="11114088" y="2241550"/>
            <a:chExt cx="1905000" cy="2354263"/>
          </a:xfrm>
          <a:solidFill>
            <a:schemeClr val="bg2"/>
          </a:solidFill>
        </p:grpSpPr>
        <p:sp>
          <p:nvSpPr>
            <p:cNvPr id="11" name="Freeform 5">
              <a:extLst>
                <a:ext uri="{FF2B5EF4-FFF2-40B4-BE49-F238E27FC236}">
                  <a16:creationId xmlns:a16="http://schemas.microsoft.com/office/drawing/2014/main" id="{DCA6C454-F761-4265-BB5E-DFD947CC3592}"/>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2" name="Freeform 6">
              <a:extLst>
                <a:ext uri="{FF2B5EF4-FFF2-40B4-BE49-F238E27FC236}">
                  <a16:creationId xmlns:a16="http://schemas.microsoft.com/office/drawing/2014/main" id="{6B853B2F-9E1C-4AC4-9344-8610498D5B52}"/>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3" name="Freeform 7">
              <a:extLst>
                <a:ext uri="{FF2B5EF4-FFF2-40B4-BE49-F238E27FC236}">
                  <a16:creationId xmlns:a16="http://schemas.microsoft.com/office/drawing/2014/main" id="{B7FCC84B-2235-4948-8277-8363DFC691A4}"/>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23" name="Picture Placeholder 22">
            <a:extLst>
              <a:ext uri="{FF2B5EF4-FFF2-40B4-BE49-F238E27FC236}">
                <a16:creationId xmlns:a16="http://schemas.microsoft.com/office/drawing/2014/main" id="{26619E66-5354-4D60-8529-27917AC037C0}"/>
              </a:ext>
            </a:extLst>
          </p:cNvPr>
          <p:cNvSpPr>
            <a:spLocks noGrp="1"/>
          </p:cNvSpPr>
          <p:nvPr>
            <p:ph type="pic" sz="quarter" idx="13"/>
          </p:nvPr>
        </p:nvSpPr>
        <p:spPr>
          <a:xfrm>
            <a:off x="5884648" y="0"/>
            <a:ext cx="6307353" cy="5780372"/>
          </a:xfrm>
          <a:custGeom>
            <a:avLst/>
            <a:gdLst>
              <a:gd name="connsiteX0" fmla="*/ 760444 w 6307353"/>
              <a:gd name="connsiteY0" fmla="*/ 0 h 5780372"/>
              <a:gd name="connsiteX1" fmla="*/ 6307353 w 6307353"/>
              <a:gd name="connsiteY1" fmla="*/ 0 h 5780372"/>
              <a:gd name="connsiteX2" fmla="*/ 6307353 w 6307353"/>
              <a:gd name="connsiteY2" fmla="*/ 4515612 h 5780372"/>
              <a:gd name="connsiteX3" fmla="*/ 6110746 w 6307353"/>
              <a:gd name="connsiteY3" fmla="*/ 4731934 h 5780372"/>
              <a:gd name="connsiteX4" fmla="*/ 3579592 w 6307353"/>
              <a:gd name="connsiteY4" fmla="*/ 5780372 h 5780372"/>
              <a:gd name="connsiteX5" fmla="*/ 0 w 6307353"/>
              <a:gd name="connsiteY5" fmla="*/ 2200780 h 5780372"/>
              <a:gd name="connsiteX6" fmla="*/ 611338 w 6307353"/>
              <a:gd name="connsiteY6" fmla="*/ 199396 h 578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7353" h="5780372">
                <a:moveTo>
                  <a:pt x="760444" y="0"/>
                </a:moveTo>
                <a:lnTo>
                  <a:pt x="6307353" y="0"/>
                </a:lnTo>
                <a:lnTo>
                  <a:pt x="6307353" y="4515612"/>
                </a:lnTo>
                <a:lnTo>
                  <a:pt x="6110746" y="4731934"/>
                </a:lnTo>
                <a:cubicBezTo>
                  <a:pt x="5462967" y="5379713"/>
                  <a:pt x="4568069" y="5780372"/>
                  <a:pt x="3579592" y="5780372"/>
                </a:cubicBezTo>
                <a:cubicBezTo>
                  <a:pt x="1602638" y="5780372"/>
                  <a:pt x="0" y="4177734"/>
                  <a:pt x="0" y="2200780"/>
                </a:cubicBezTo>
                <a:cubicBezTo>
                  <a:pt x="0" y="1459422"/>
                  <a:pt x="225371" y="770703"/>
                  <a:pt x="611338" y="199396"/>
                </a:cubicBezTo>
                <a:close/>
              </a:path>
            </a:pathLst>
          </a:custGeom>
          <a:solidFill>
            <a:schemeClr val="bg2"/>
          </a:solidFill>
        </p:spPr>
        <p:txBody>
          <a:bodyPr wrap="square" anchor="ctr">
            <a:noAutofit/>
          </a:bodyPr>
          <a:lstStyle>
            <a:lvl1pPr marL="0" indent="0" algn="ctr">
              <a:buNone/>
              <a:defRPr/>
            </a:lvl1pPr>
          </a:lstStyle>
          <a:p>
            <a:r>
              <a:rPr lang="en-US" noProof="0" dirty="0"/>
              <a:t>Click icon to add picture</a:t>
            </a:r>
          </a:p>
        </p:txBody>
      </p:sp>
      <p:sp>
        <p:nvSpPr>
          <p:cNvPr id="14" name="Title 1">
            <a:extLst>
              <a:ext uri="{FF2B5EF4-FFF2-40B4-BE49-F238E27FC236}">
                <a16:creationId xmlns:a16="http://schemas.microsoft.com/office/drawing/2014/main" id="{2E646B4F-6CCB-724C-9D5E-6D5770023939}"/>
              </a:ext>
            </a:extLst>
          </p:cNvPr>
          <p:cNvSpPr>
            <a:spLocks noGrp="1"/>
          </p:cNvSpPr>
          <p:nvPr>
            <p:ph type="title"/>
          </p:nvPr>
        </p:nvSpPr>
        <p:spPr>
          <a:xfrm>
            <a:off x="515938" y="499595"/>
            <a:ext cx="4937211" cy="1325563"/>
          </a:xfrm>
        </p:spPr>
        <p:txBody>
          <a:bodyPr lIns="0" tIns="0" rIns="0" bIns="0">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1696208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499595"/>
            <a:ext cx="4937211" cy="1325563"/>
          </a:xfrm>
        </p:spPr>
        <p:txBody>
          <a:bodyPr lIns="0" tIns="0" rIns="0" bIns="0">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538960" y="1825625"/>
            <a:ext cx="4914189"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Rectangle 13">
            <a:extLst>
              <a:ext uri="{FF2B5EF4-FFF2-40B4-BE49-F238E27FC236}">
                <a16:creationId xmlns:a16="http://schemas.microsoft.com/office/drawing/2014/main" id="{9D415693-E2CB-4DB4-B07C-2F96B0CAB302}"/>
              </a:ext>
            </a:extLst>
          </p:cNvPr>
          <p:cNvSpPr/>
          <p:nvPr userDrawn="1"/>
        </p:nvSpPr>
        <p:spPr>
          <a:xfrm>
            <a:off x="7854462" y="988536"/>
            <a:ext cx="4329129" cy="4880927"/>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14C1BF67-E354-4E04-8F94-BABF2B7D1AFB}"/>
              </a:ext>
            </a:extLst>
          </p:cNvPr>
          <p:cNvSpPr/>
          <p:nvPr userDrawn="1"/>
        </p:nvSpPr>
        <p:spPr>
          <a:xfrm>
            <a:off x="5107816" y="633613"/>
            <a:ext cx="5571908" cy="5571906"/>
          </a:xfrm>
          <a:prstGeom prst="ellipse">
            <a:avLst/>
          </a:prstGeom>
          <a:solidFill>
            <a:schemeClr val="bg2">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Picture Placeholder 5">
            <a:extLst>
              <a:ext uri="{FF2B5EF4-FFF2-40B4-BE49-F238E27FC236}">
                <a16:creationId xmlns:a16="http://schemas.microsoft.com/office/drawing/2014/main" id="{FF6AC390-6F85-4B64-AE7A-E8E0D8FC89CF}"/>
              </a:ext>
            </a:extLst>
          </p:cNvPr>
          <p:cNvSpPr>
            <a:spLocks noGrp="1"/>
          </p:cNvSpPr>
          <p:nvPr>
            <p:ph type="pic" sz="quarter" idx="13"/>
          </p:nvPr>
        </p:nvSpPr>
        <p:spPr>
          <a:xfrm>
            <a:off x="5455212" y="988536"/>
            <a:ext cx="4884848" cy="4884848"/>
          </a:xfrm>
          <a:prstGeom prst="ellipse">
            <a:avLst/>
          </a:prstGeom>
          <a:solidFill>
            <a:schemeClr val="bg1">
              <a:lumMod val="85000"/>
            </a:schemeClr>
          </a:solidFill>
        </p:spPr>
        <p:txBody>
          <a:bodyPr anchor="ctr"/>
          <a:lstStyle>
            <a:lvl1pPr marL="0" indent="0" algn="ctr">
              <a:buNone/>
              <a:defRPr/>
            </a:lvl1pPr>
          </a:lstStyle>
          <a:p>
            <a:r>
              <a:rPr lang="en-US" noProof="0" dirty="0"/>
              <a:t>Click icon to add picture</a:t>
            </a:r>
          </a:p>
        </p:txBody>
      </p:sp>
    </p:spTree>
    <p:extLst>
      <p:ext uri="{BB962C8B-B14F-4D97-AF65-F5344CB8AC3E}">
        <p14:creationId xmlns:p14="http://schemas.microsoft.com/office/powerpoint/2010/main" val="1969986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2E4E194-63F1-4D43-AC02-75733DF045E9}"/>
              </a:ext>
            </a:extLst>
          </p:cNvPr>
          <p:cNvSpPr/>
          <p:nvPr userDrawn="1"/>
        </p:nvSpPr>
        <p:spPr>
          <a:xfrm>
            <a:off x="8308181" y="1630018"/>
            <a:ext cx="3883819"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E799E3E2-888B-2343-9A63-F84C03265CB5}"/>
              </a:ext>
            </a:extLst>
          </p:cNvPr>
          <p:cNvSpPr>
            <a:spLocks noChangeAspect="1"/>
          </p:cNvSpPr>
          <p:nvPr userDrawn="1"/>
        </p:nvSpPr>
        <p:spPr>
          <a:xfrm>
            <a:off x="9833702" y="1823757"/>
            <a:ext cx="832104" cy="832104"/>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Picture Placeholder 11">
            <a:extLst>
              <a:ext uri="{FF2B5EF4-FFF2-40B4-BE49-F238E27FC236}">
                <a16:creationId xmlns:a16="http://schemas.microsoft.com/office/drawing/2014/main" id="{8FEDE8EF-5B7A-A741-9A56-D365CAE01B62}"/>
              </a:ext>
            </a:extLst>
          </p:cNvPr>
          <p:cNvSpPr>
            <a:spLocks noGrp="1"/>
          </p:cNvSpPr>
          <p:nvPr>
            <p:ph type="pic" sz="quarter" idx="19" hasCustomPrompt="1"/>
          </p:nvPr>
        </p:nvSpPr>
        <p:spPr>
          <a:xfrm>
            <a:off x="9998318" y="1988373"/>
            <a:ext cx="502873"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sp>
        <p:nvSpPr>
          <p:cNvPr id="9" name="Rectangle 8">
            <a:extLst>
              <a:ext uri="{FF2B5EF4-FFF2-40B4-BE49-F238E27FC236}">
                <a16:creationId xmlns:a16="http://schemas.microsoft.com/office/drawing/2014/main" id="{3755C1FB-E61C-4BBC-8179-D34908DEA1B6}"/>
              </a:ext>
            </a:extLst>
          </p:cNvPr>
          <p:cNvSpPr/>
          <p:nvPr userDrawn="1"/>
        </p:nvSpPr>
        <p:spPr>
          <a:xfrm>
            <a:off x="0" y="1630018"/>
            <a:ext cx="3883819"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8C1E0992-271E-4948-9461-C7AA54AF8FEA}"/>
              </a:ext>
            </a:extLst>
          </p:cNvPr>
          <p:cNvSpPr>
            <a:spLocks noChangeAspect="1"/>
          </p:cNvSpPr>
          <p:nvPr userDrawn="1"/>
        </p:nvSpPr>
        <p:spPr>
          <a:xfrm>
            <a:off x="1526011" y="1823757"/>
            <a:ext cx="832104" cy="832104"/>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219126" y="3207024"/>
            <a:ext cx="3445566"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6" name="Picture Placeholder 5">
            <a:extLst>
              <a:ext uri="{FF2B5EF4-FFF2-40B4-BE49-F238E27FC236}">
                <a16:creationId xmlns:a16="http://schemas.microsoft.com/office/drawing/2014/main" id="{35B71D50-AA4B-4E0C-8F6A-0F64F2C8A8C7}"/>
              </a:ext>
            </a:extLst>
          </p:cNvPr>
          <p:cNvSpPr>
            <a:spLocks noGrp="1"/>
          </p:cNvSpPr>
          <p:nvPr>
            <p:ph type="pic" sz="quarter" idx="13"/>
          </p:nvPr>
        </p:nvSpPr>
        <p:spPr>
          <a:xfrm>
            <a:off x="3883819" y="1630018"/>
            <a:ext cx="4424362" cy="4373217"/>
          </a:xfrm>
          <a:solidFill>
            <a:schemeClr val="bg2">
              <a:lumMod val="90000"/>
            </a:schemeClr>
          </a:solidFill>
        </p:spPr>
        <p:txBody>
          <a:bodyPr anchor="ctr"/>
          <a:lstStyle>
            <a:lvl1pPr marL="0" indent="0" algn="ctr">
              <a:buNone/>
              <a:defRPr/>
            </a:lvl1pPr>
          </a:lstStyle>
          <a:p>
            <a:r>
              <a:rPr lang="en-US" noProof="0" dirty="0"/>
              <a:t>Click icon to add picture</a:t>
            </a:r>
          </a:p>
        </p:txBody>
      </p:sp>
      <p:sp>
        <p:nvSpPr>
          <p:cNvPr id="17" name="Content Placeholder 2">
            <a:extLst>
              <a:ext uri="{FF2B5EF4-FFF2-40B4-BE49-F238E27FC236}">
                <a16:creationId xmlns:a16="http://schemas.microsoft.com/office/drawing/2014/main" id="{147C9C38-5B17-467D-B581-EF28ECB11E80}"/>
              </a:ext>
            </a:extLst>
          </p:cNvPr>
          <p:cNvSpPr>
            <a:spLocks noGrp="1"/>
          </p:cNvSpPr>
          <p:nvPr>
            <p:ph idx="14" hasCustomPrompt="1"/>
          </p:nvPr>
        </p:nvSpPr>
        <p:spPr>
          <a:xfrm>
            <a:off x="8527490" y="3207024"/>
            <a:ext cx="3445200"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219126" y="2711636"/>
            <a:ext cx="3445566"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1" name="Content Placeholder 2">
            <a:extLst>
              <a:ext uri="{FF2B5EF4-FFF2-40B4-BE49-F238E27FC236}">
                <a16:creationId xmlns:a16="http://schemas.microsoft.com/office/drawing/2014/main" id="{F694448B-800C-40EF-8F61-18C018E8374C}"/>
              </a:ext>
            </a:extLst>
          </p:cNvPr>
          <p:cNvSpPr>
            <a:spLocks noGrp="1"/>
          </p:cNvSpPr>
          <p:nvPr>
            <p:ph idx="16" hasCustomPrompt="1"/>
          </p:nvPr>
        </p:nvSpPr>
        <p:spPr>
          <a:xfrm>
            <a:off x="8527124" y="2711636"/>
            <a:ext cx="3445566"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12" name="Picture Placeholder 11">
            <a:extLst>
              <a:ext uri="{FF2B5EF4-FFF2-40B4-BE49-F238E27FC236}">
                <a16:creationId xmlns:a16="http://schemas.microsoft.com/office/drawing/2014/main" id="{483B974E-5202-4EAD-9D55-4129C84BAE87}"/>
              </a:ext>
            </a:extLst>
          </p:cNvPr>
          <p:cNvSpPr>
            <a:spLocks noGrp="1"/>
          </p:cNvSpPr>
          <p:nvPr>
            <p:ph type="pic" sz="quarter" idx="17" hasCustomPrompt="1"/>
          </p:nvPr>
        </p:nvSpPr>
        <p:spPr>
          <a:xfrm>
            <a:off x="1690627" y="1988373"/>
            <a:ext cx="502873"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spTree>
    <p:extLst>
      <p:ext uri="{BB962C8B-B14F-4D97-AF65-F5344CB8AC3E}">
        <p14:creationId xmlns:p14="http://schemas.microsoft.com/office/powerpoint/2010/main" val="1741033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Layou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B6EB0C6-606C-4AFB-8FF8-AB43606B95BD}"/>
              </a:ext>
            </a:extLst>
          </p:cNvPr>
          <p:cNvSpPr/>
          <p:nvPr userDrawn="1"/>
        </p:nvSpPr>
        <p:spPr>
          <a:xfrm>
            <a:off x="6599236" y="4707908"/>
            <a:ext cx="5592763"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25CE6D5A-A5C0-4B12-A26A-691D5743FA5C}"/>
              </a:ext>
            </a:extLst>
          </p:cNvPr>
          <p:cNvSpPr/>
          <p:nvPr userDrawn="1"/>
        </p:nvSpPr>
        <p:spPr>
          <a:xfrm>
            <a:off x="-82063" y="1648186"/>
            <a:ext cx="5709139"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680934" y="2863158"/>
            <a:ext cx="4074002" cy="2846648"/>
          </a:xfrm>
        </p:spPr>
        <p:txBody>
          <a:bodyPr lIns="0" tIns="0" rIns="0" bIns="0">
            <a:noAutofit/>
          </a:bodyPr>
          <a:lstStyle>
            <a:lvl1pPr marL="0" indent="0" algn="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accent2"/>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1309370" y="1903728"/>
            <a:ext cx="3445566" cy="495389"/>
          </a:xfrm>
        </p:spPr>
        <p:txBody>
          <a:bodyPr lIns="0" tIns="0" rIns="0" bIns="0" anchor="ctr">
            <a:noAutofit/>
          </a:bodyPr>
          <a:lstStyle>
            <a:lvl1pPr marL="0" indent="0" algn="r">
              <a:buNone/>
              <a:defRPr sz="18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01 comes here</a:t>
            </a:r>
          </a:p>
        </p:txBody>
      </p:sp>
      <p:sp>
        <p:nvSpPr>
          <p:cNvPr id="23" name="Content Placeholder 2">
            <a:extLst>
              <a:ext uri="{FF2B5EF4-FFF2-40B4-BE49-F238E27FC236}">
                <a16:creationId xmlns:a16="http://schemas.microsoft.com/office/drawing/2014/main" id="{E5123CE7-2F8A-489B-BD99-0C2A33ADF49A}"/>
              </a:ext>
            </a:extLst>
          </p:cNvPr>
          <p:cNvSpPr>
            <a:spLocks noGrp="1"/>
          </p:cNvSpPr>
          <p:nvPr>
            <p:ph idx="19" hasCustomPrompt="1"/>
          </p:nvPr>
        </p:nvSpPr>
        <p:spPr>
          <a:xfrm>
            <a:off x="7327918" y="1648186"/>
            <a:ext cx="4074002" cy="2834508"/>
          </a:xfrm>
        </p:spPr>
        <p:txBody>
          <a:bodyPr lIns="0" tIns="0" rIns="0" bIns="0" anchor="b">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5" name="Content Placeholder 2">
            <a:extLst>
              <a:ext uri="{FF2B5EF4-FFF2-40B4-BE49-F238E27FC236}">
                <a16:creationId xmlns:a16="http://schemas.microsoft.com/office/drawing/2014/main" id="{07730BCF-AC2A-4FEC-8F01-63964DB444CF}"/>
              </a:ext>
            </a:extLst>
          </p:cNvPr>
          <p:cNvSpPr>
            <a:spLocks noGrp="1"/>
          </p:cNvSpPr>
          <p:nvPr>
            <p:ph idx="20" hasCustomPrompt="1"/>
          </p:nvPr>
        </p:nvSpPr>
        <p:spPr>
          <a:xfrm>
            <a:off x="7475709" y="4963450"/>
            <a:ext cx="3445566" cy="495389"/>
          </a:xfrm>
        </p:spPr>
        <p:txBody>
          <a:bodyPr lIns="0" tIns="0" rIns="0" bIns="0" anchor="ctr">
            <a:noAutofit/>
          </a:bodyPr>
          <a:lstStyle>
            <a:lvl1pPr marL="0" indent="0" algn="l">
              <a:buNone/>
              <a:defRPr sz="1800" b="1" cap="all" baseline="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02 comes here</a:t>
            </a:r>
          </a:p>
        </p:txBody>
      </p:sp>
      <p:sp>
        <p:nvSpPr>
          <p:cNvPr id="21" name="Oval 20">
            <a:extLst>
              <a:ext uri="{FF2B5EF4-FFF2-40B4-BE49-F238E27FC236}">
                <a16:creationId xmlns:a16="http://schemas.microsoft.com/office/drawing/2014/main" id="{919C8692-230B-D543-A7F7-4FD61B04D1C6}"/>
              </a:ext>
            </a:extLst>
          </p:cNvPr>
          <p:cNvSpPr>
            <a:spLocks noChangeAspect="1"/>
          </p:cNvSpPr>
          <p:nvPr userDrawn="1"/>
        </p:nvSpPr>
        <p:spPr>
          <a:xfrm>
            <a:off x="5084763" y="1652762"/>
            <a:ext cx="1001899" cy="1001899"/>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11">
            <a:extLst>
              <a:ext uri="{FF2B5EF4-FFF2-40B4-BE49-F238E27FC236}">
                <a16:creationId xmlns:a16="http://schemas.microsoft.com/office/drawing/2014/main" id="{E150BFC7-A11D-CC46-B5A2-8BD93C269506}"/>
              </a:ext>
            </a:extLst>
          </p:cNvPr>
          <p:cNvSpPr>
            <a:spLocks noGrp="1"/>
          </p:cNvSpPr>
          <p:nvPr>
            <p:ph type="pic" sz="quarter" idx="21" hasCustomPrompt="1"/>
          </p:nvPr>
        </p:nvSpPr>
        <p:spPr>
          <a:xfrm>
            <a:off x="5282969" y="1850968"/>
            <a:ext cx="605487"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sp>
        <p:nvSpPr>
          <p:cNvPr id="28" name="Oval 27">
            <a:extLst>
              <a:ext uri="{FF2B5EF4-FFF2-40B4-BE49-F238E27FC236}">
                <a16:creationId xmlns:a16="http://schemas.microsoft.com/office/drawing/2014/main" id="{F95B55F4-B501-3440-8904-A1C7F049CBE8}"/>
              </a:ext>
            </a:extLst>
          </p:cNvPr>
          <p:cNvSpPr>
            <a:spLocks noChangeAspect="1"/>
          </p:cNvSpPr>
          <p:nvPr userDrawn="1"/>
        </p:nvSpPr>
        <p:spPr>
          <a:xfrm>
            <a:off x="6100576" y="4707907"/>
            <a:ext cx="1001899" cy="1001899"/>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Picture Placeholder 11">
            <a:extLst>
              <a:ext uri="{FF2B5EF4-FFF2-40B4-BE49-F238E27FC236}">
                <a16:creationId xmlns:a16="http://schemas.microsoft.com/office/drawing/2014/main" id="{F2116994-BE3E-6A43-9C15-E71BA8EC821F}"/>
              </a:ext>
            </a:extLst>
          </p:cNvPr>
          <p:cNvSpPr>
            <a:spLocks noGrp="1"/>
          </p:cNvSpPr>
          <p:nvPr>
            <p:ph type="pic" sz="quarter" idx="22" hasCustomPrompt="1"/>
          </p:nvPr>
        </p:nvSpPr>
        <p:spPr>
          <a:xfrm>
            <a:off x="6298782" y="4906113"/>
            <a:ext cx="605487"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spTree>
    <p:extLst>
      <p:ext uri="{BB962C8B-B14F-4D97-AF65-F5344CB8AC3E}">
        <p14:creationId xmlns:p14="http://schemas.microsoft.com/office/powerpoint/2010/main" val="891400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4B31150-A166-4DB3-A898-2154C9665891}"/>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12" name="Freeform 5">
              <a:extLst>
                <a:ext uri="{FF2B5EF4-FFF2-40B4-BE49-F238E27FC236}">
                  <a16:creationId xmlns:a16="http://schemas.microsoft.com/office/drawing/2014/main" id="{1C1A95BC-42CA-4166-918D-DF4306881408}"/>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3" name="Freeform 6">
              <a:extLst>
                <a:ext uri="{FF2B5EF4-FFF2-40B4-BE49-F238E27FC236}">
                  <a16:creationId xmlns:a16="http://schemas.microsoft.com/office/drawing/2014/main" id="{4B4D5F91-2158-4A30-B83C-5CC9CC6E5D4F}"/>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4" name="Freeform 7">
              <a:extLst>
                <a:ext uri="{FF2B5EF4-FFF2-40B4-BE49-F238E27FC236}">
                  <a16:creationId xmlns:a16="http://schemas.microsoft.com/office/drawing/2014/main" id="{C509E5D6-79CC-4E1D-AAF4-C6F28F3C1777}"/>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8B0944B4-FE4A-459A-85B1-3476FE6C4C4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9" name="Oval 8">
            <a:extLst>
              <a:ext uri="{FF2B5EF4-FFF2-40B4-BE49-F238E27FC236}">
                <a16:creationId xmlns:a16="http://schemas.microsoft.com/office/drawing/2014/main" id="{1B26B4BC-3D52-4C1C-85FB-226F0B5201F1}"/>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Tree>
    <p:extLst>
      <p:ext uri="{BB962C8B-B14F-4D97-AF65-F5344CB8AC3E}">
        <p14:creationId xmlns:p14="http://schemas.microsoft.com/office/powerpoint/2010/main" val="1564760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431CD316-21C7-4FA9-A45A-374D6AE71ED5}"/>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36" name="Freeform 5">
              <a:extLst>
                <a:ext uri="{FF2B5EF4-FFF2-40B4-BE49-F238E27FC236}">
                  <a16:creationId xmlns:a16="http://schemas.microsoft.com/office/drawing/2014/main" id="{E107D9FB-3967-4583-A9DA-6787AF71202C}"/>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37" name="Freeform 6">
              <a:extLst>
                <a:ext uri="{FF2B5EF4-FFF2-40B4-BE49-F238E27FC236}">
                  <a16:creationId xmlns:a16="http://schemas.microsoft.com/office/drawing/2014/main" id="{138D5FEB-37FF-4F26-B625-CE2BE91FF21B}"/>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38" name="Freeform 7">
              <a:extLst>
                <a:ext uri="{FF2B5EF4-FFF2-40B4-BE49-F238E27FC236}">
                  <a16:creationId xmlns:a16="http://schemas.microsoft.com/office/drawing/2014/main" id="{6C2B67E8-673C-422C-B021-296E2E2B952D}"/>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23" name="Oval 22">
            <a:extLst>
              <a:ext uri="{FF2B5EF4-FFF2-40B4-BE49-F238E27FC236}">
                <a16:creationId xmlns:a16="http://schemas.microsoft.com/office/drawing/2014/main" id="{687010E4-ADF2-486D-8DF7-B0FF38C6DADF}"/>
              </a:ext>
            </a:extLst>
          </p:cNvPr>
          <p:cNvSpPr/>
          <p:nvPr userDrawn="1"/>
        </p:nvSpPr>
        <p:spPr>
          <a:xfrm>
            <a:off x="954140"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a16="http://schemas.microsoft.com/office/drawing/2014/main" id="{9159AA79-2237-4A27-BBC2-D44032158D19}"/>
              </a:ext>
            </a:extLst>
          </p:cNvPr>
          <p:cNvSpPr/>
          <p:nvPr userDrawn="1"/>
        </p:nvSpPr>
        <p:spPr>
          <a:xfrm>
            <a:off x="3807539"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Oval 24">
            <a:extLst>
              <a:ext uri="{FF2B5EF4-FFF2-40B4-BE49-F238E27FC236}">
                <a16:creationId xmlns:a16="http://schemas.microsoft.com/office/drawing/2014/main" id="{0272B962-9566-42D2-B4C3-E7AA81884A83}"/>
              </a:ext>
            </a:extLst>
          </p:cNvPr>
          <p:cNvSpPr/>
          <p:nvPr userDrawn="1"/>
        </p:nvSpPr>
        <p:spPr>
          <a:xfrm>
            <a:off x="6646275"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19733285-016C-4C38-816C-83D30C075C70}"/>
              </a:ext>
            </a:extLst>
          </p:cNvPr>
          <p:cNvSpPr/>
          <p:nvPr userDrawn="1"/>
        </p:nvSpPr>
        <p:spPr>
          <a:xfrm>
            <a:off x="9498658"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EF40DBA4-AB63-4B47-B37F-BCC3D59B5392}"/>
              </a:ext>
            </a:extLst>
          </p:cNvPr>
          <p:cNvSpPr/>
          <p:nvPr userDrawn="1"/>
        </p:nvSpPr>
        <p:spPr>
          <a:xfrm>
            <a:off x="4011967"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33EF0AFB-D099-4FF1-8963-7DA87268867F}"/>
              </a:ext>
            </a:extLst>
          </p:cNvPr>
          <p:cNvSpPr/>
          <p:nvPr userDrawn="1"/>
        </p:nvSpPr>
        <p:spPr>
          <a:xfrm>
            <a:off x="6850703"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21">
            <a:extLst>
              <a:ext uri="{FF2B5EF4-FFF2-40B4-BE49-F238E27FC236}">
                <a16:creationId xmlns:a16="http://schemas.microsoft.com/office/drawing/2014/main" id="{6872C96E-9AF3-4FA0-8180-C213C7F2209E}"/>
              </a:ext>
            </a:extLst>
          </p:cNvPr>
          <p:cNvSpPr/>
          <p:nvPr userDrawn="1"/>
        </p:nvSpPr>
        <p:spPr>
          <a:xfrm>
            <a:off x="9703086"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3A08BE29-CFA5-4E0D-9DBE-A430AE1B8072}"/>
              </a:ext>
            </a:extLst>
          </p:cNvPr>
          <p:cNvSpPr/>
          <p:nvPr userDrawn="1"/>
        </p:nvSpPr>
        <p:spPr>
          <a:xfrm>
            <a:off x="1158568"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8B0944B4-FE4A-459A-85B1-3476FE6C4C4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9" name="Oval 8">
            <a:extLst>
              <a:ext uri="{FF2B5EF4-FFF2-40B4-BE49-F238E27FC236}">
                <a16:creationId xmlns:a16="http://schemas.microsoft.com/office/drawing/2014/main" id="{1B26B4BC-3D52-4C1C-85FB-226F0B5201F1}"/>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3" name="Picture Placeholder 2">
            <a:extLst>
              <a:ext uri="{FF2B5EF4-FFF2-40B4-BE49-F238E27FC236}">
                <a16:creationId xmlns:a16="http://schemas.microsoft.com/office/drawing/2014/main" id="{B1B995BE-66C2-4379-885F-4BE069DA39E4}"/>
              </a:ext>
            </a:extLst>
          </p:cNvPr>
          <p:cNvSpPr>
            <a:spLocks noGrp="1"/>
          </p:cNvSpPr>
          <p:nvPr>
            <p:ph type="pic" sz="quarter" idx="13"/>
          </p:nvPr>
        </p:nvSpPr>
        <p:spPr>
          <a:xfrm>
            <a:off x="1103638"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dirty="0"/>
              <a:t>Click icon to add picture</a:t>
            </a:r>
          </a:p>
        </p:txBody>
      </p:sp>
      <p:sp>
        <p:nvSpPr>
          <p:cNvPr id="11" name="Picture Placeholder 2">
            <a:extLst>
              <a:ext uri="{FF2B5EF4-FFF2-40B4-BE49-F238E27FC236}">
                <a16:creationId xmlns:a16="http://schemas.microsoft.com/office/drawing/2014/main" id="{9B56B6C6-9F3C-4E80-BBAD-280E697B895C}"/>
              </a:ext>
            </a:extLst>
          </p:cNvPr>
          <p:cNvSpPr>
            <a:spLocks noGrp="1"/>
          </p:cNvSpPr>
          <p:nvPr>
            <p:ph type="pic" sz="quarter" idx="14"/>
          </p:nvPr>
        </p:nvSpPr>
        <p:spPr>
          <a:xfrm>
            <a:off x="3957037"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dirty="0"/>
              <a:t>Click icon to add picture</a:t>
            </a:r>
          </a:p>
        </p:txBody>
      </p:sp>
      <p:sp>
        <p:nvSpPr>
          <p:cNvPr id="12" name="Picture Placeholder 2">
            <a:extLst>
              <a:ext uri="{FF2B5EF4-FFF2-40B4-BE49-F238E27FC236}">
                <a16:creationId xmlns:a16="http://schemas.microsoft.com/office/drawing/2014/main" id="{54704160-1ED7-4B90-8963-0F887C73E94D}"/>
              </a:ext>
            </a:extLst>
          </p:cNvPr>
          <p:cNvSpPr>
            <a:spLocks noGrp="1"/>
          </p:cNvSpPr>
          <p:nvPr>
            <p:ph type="pic" sz="quarter" idx="15"/>
          </p:nvPr>
        </p:nvSpPr>
        <p:spPr>
          <a:xfrm>
            <a:off x="6795773"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dirty="0"/>
              <a:t>Click icon to add picture</a:t>
            </a:r>
          </a:p>
        </p:txBody>
      </p:sp>
      <p:sp>
        <p:nvSpPr>
          <p:cNvPr id="13" name="Picture Placeholder 2">
            <a:extLst>
              <a:ext uri="{FF2B5EF4-FFF2-40B4-BE49-F238E27FC236}">
                <a16:creationId xmlns:a16="http://schemas.microsoft.com/office/drawing/2014/main" id="{36610597-6A76-4A06-82A5-A8FFC5BAEA0F}"/>
              </a:ext>
            </a:extLst>
          </p:cNvPr>
          <p:cNvSpPr>
            <a:spLocks noGrp="1"/>
          </p:cNvSpPr>
          <p:nvPr>
            <p:ph type="pic" sz="quarter" idx="16"/>
          </p:nvPr>
        </p:nvSpPr>
        <p:spPr>
          <a:xfrm>
            <a:off x="9648156"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dirty="0"/>
              <a:t>Click icon to add picture</a:t>
            </a:r>
          </a:p>
        </p:txBody>
      </p:sp>
      <p:sp>
        <p:nvSpPr>
          <p:cNvPr id="27" name="Content Placeholder 2">
            <a:extLst>
              <a:ext uri="{FF2B5EF4-FFF2-40B4-BE49-F238E27FC236}">
                <a16:creationId xmlns:a16="http://schemas.microsoft.com/office/drawing/2014/main" id="{FF56D2E5-86E4-473A-A62F-B7029E5B2558}"/>
              </a:ext>
            </a:extLst>
          </p:cNvPr>
          <p:cNvSpPr>
            <a:spLocks noGrp="1"/>
          </p:cNvSpPr>
          <p:nvPr>
            <p:ph idx="1"/>
          </p:nvPr>
        </p:nvSpPr>
        <p:spPr>
          <a:xfrm>
            <a:off x="524454"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28" name="Content Placeholder 2">
            <a:extLst>
              <a:ext uri="{FF2B5EF4-FFF2-40B4-BE49-F238E27FC236}">
                <a16:creationId xmlns:a16="http://schemas.microsoft.com/office/drawing/2014/main" id="{93934E34-6CC7-492D-9515-EBEC72EFF4CB}"/>
              </a:ext>
            </a:extLst>
          </p:cNvPr>
          <p:cNvSpPr>
            <a:spLocks noGrp="1"/>
          </p:cNvSpPr>
          <p:nvPr>
            <p:ph idx="17" hasCustomPrompt="1"/>
          </p:nvPr>
        </p:nvSpPr>
        <p:spPr>
          <a:xfrm>
            <a:off x="524454"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29" name="Content Placeholder 2">
            <a:extLst>
              <a:ext uri="{FF2B5EF4-FFF2-40B4-BE49-F238E27FC236}">
                <a16:creationId xmlns:a16="http://schemas.microsoft.com/office/drawing/2014/main" id="{E4E27467-A1AA-4773-AAB5-A96267FBD712}"/>
              </a:ext>
            </a:extLst>
          </p:cNvPr>
          <p:cNvSpPr>
            <a:spLocks noGrp="1"/>
          </p:cNvSpPr>
          <p:nvPr>
            <p:ph idx="18"/>
          </p:nvPr>
        </p:nvSpPr>
        <p:spPr>
          <a:xfrm>
            <a:off x="3377853"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0" name="Content Placeholder 2">
            <a:extLst>
              <a:ext uri="{FF2B5EF4-FFF2-40B4-BE49-F238E27FC236}">
                <a16:creationId xmlns:a16="http://schemas.microsoft.com/office/drawing/2014/main" id="{6CABD5EB-4A8B-448B-8ED1-B8B420815B2D}"/>
              </a:ext>
            </a:extLst>
          </p:cNvPr>
          <p:cNvSpPr>
            <a:spLocks noGrp="1"/>
          </p:cNvSpPr>
          <p:nvPr>
            <p:ph idx="19" hasCustomPrompt="1"/>
          </p:nvPr>
        </p:nvSpPr>
        <p:spPr>
          <a:xfrm>
            <a:off x="3377853"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1" name="Content Placeholder 2">
            <a:extLst>
              <a:ext uri="{FF2B5EF4-FFF2-40B4-BE49-F238E27FC236}">
                <a16:creationId xmlns:a16="http://schemas.microsoft.com/office/drawing/2014/main" id="{0D86883C-E501-47FF-AE1A-E9CE8B71B421}"/>
              </a:ext>
            </a:extLst>
          </p:cNvPr>
          <p:cNvSpPr>
            <a:spLocks noGrp="1"/>
          </p:cNvSpPr>
          <p:nvPr>
            <p:ph idx="20"/>
          </p:nvPr>
        </p:nvSpPr>
        <p:spPr>
          <a:xfrm>
            <a:off x="6216589"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2" name="Content Placeholder 2">
            <a:extLst>
              <a:ext uri="{FF2B5EF4-FFF2-40B4-BE49-F238E27FC236}">
                <a16:creationId xmlns:a16="http://schemas.microsoft.com/office/drawing/2014/main" id="{3683A037-F698-4CC9-904D-F377D71F690F}"/>
              </a:ext>
            </a:extLst>
          </p:cNvPr>
          <p:cNvSpPr>
            <a:spLocks noGrp="1"/>
          </p:cNvSpPr>
          <p:nvPr>
            <p:ph idx="21" hasCustomPrompt="1"/>
          </p:nvPr>
        </p:nvSpPr>
        <p:spPr>
          <a:xfrm>
            <a:off x="6216589"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3" name="Content Placeholder 2">
            <a:extLst>
              <a:ext uri="{FF2B5EF4-FFF2-40B4-BE49-F238E27FC236}">
                <a16:creationId xmlns:a16="http://schemas.microsoft.com/office/drawing/2014/main" id="{0A095594-2B82-44ED-8C9B-DA7C4D3D2872}"/>
              </a:ext>
            </a:extLst>
          </p:cNvPr>
          <p:cNvSpPr>
            <a:spLocks noGrp="1"/>
          </p:cNvSpPr>
          <p:nvPr>
            <p:ph idx="22"/>
          </p:nvPr>
        </p:nvSpPr>
        <p:spPr>
          <a:xfrm>
            <a:off x="9068972"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4" name="Content Placeholder 2">
            <a:extLst>
              <a:ext uri="{FF2B5EF4-FFF2-40B4-BE49-F238E27FC236}">
                <a16:creationId xmlns:a16="http://schemas.microsoft.com/office/drawing/2014/main" id="{54CDD46A-22ED-48F5-9B5F-13B1B5C4B320}"/>
              </a:ext>
            </a:extLst>
          </p:cNvPr>
          <p:cNvSpPr>
            <a:spLocks noGrp="1"/>
          </p:cNvSpPr>
          <p:nvPr>
            <p:ph idx="23" hasCustomPrompt="1"/>
          </p:nvPr>
        </p:nvSpPr>
        <p:spPr>
          <a:xfrm>
            <a:off x="9068972"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Tree>
    <p:extLst>
      <p:ext uri="{BB962C8B-B14F-4D97-AF65-F5344CB8AC3E}">
        <p14:creationId xmlns:p14="http://schemas.microsoft.com/office/powerpoint/2010/main" val="3876503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01">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9758E15-A93D-4FB9-843D-1490E27A151B}"/>
              </a:ext>
            </a:extLst>
          </p:cNvPr>
          <p:cNvSpPr>
            <a:spLocks noGrp="1"/>
          </p:cNvSpPr>
          <p:nvPr>
            <p:ph type="subTitle" idx="1" hasCustomPrompt="1"/>
          </p:nvPr>
        </p:nvSpPr>
        <p:spPr>
          <a:xfrm>
            <a:off x="7002130" y="4484691"/>
            <a:ext cx="4540440" cy="503167"/>
          </a:xfrm>
        </p:spPr>
        <p:txBody>
          <a:bodyPr>
            <a:noAutofit/>
          </a:bodyPr>
          <a:lstStyle>
            <a:lvl1pPr marL="0" indent="0" algn="l">
              <a:buNone/>
              <a:defRPr sz="16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dirty="0"/>
              <a:t>Click icon to add picture</a:t>
            </a:r>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372999" y="1844881"/>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4E0FBE0E-A6B0-483E-93DD-5C20DA069DBC}"/>
              </a:ext>
            </a:extLst>
          </p:cNvPr>
          <p:cNvSpPr>
            <a:spLocks noGrp="1"/>
          </p:cNvSpPr>
          <p:nvPr>
            <p:ph type="body" sz="quarter" idx="11" hasCustomPrompt="1"/>
          </p:nvPr>
        </p:nvSpPr>
        <p:spPr>
          <a:xfrm>
            <a:off x="7002320" y="5012635"/>
            <a:ext cx="4533900" cy="503238"/>
          </a:xfrm>
        </p:spPr>
        <p:txBody>
          <a:bodyPr vert="horz" lIns="91440" tIns="45720" rIns="91440" bIns="45720" rtlCol="0">
            <a:noAutofit/>
          </a:bodyPr>
          <a:lstStyle>
            <a:lvl1pPr marL="0" indent="0">
              <a:buNone/>
              <a:defRPr lang="en-US" sz="1600" b="0" cap="all" baseline="0" dirty="0" smtClean="0"/>
            </a:lvl1pPr>
          </a:lstStyle>
          <a:p>
            <a:pPr marL="228600" lvl="0" indent="-228600"/>
            <a:r>
              <a:rPr lang="en-US" noProof="0" dirty="0"/>
              <a:t>Website </a:t>
            </a:r>
            <a:r>
              <a:rPr lang="en-US" noProof="0" dirty="0" err="1"/>
              <a:t>url</a:t>
            </a:r>
            <a:r>
              <a:rPr lang="en-US" noProof="0" dirty="0"/>
              <a:t> here</a:t>
            </a:r>
          </a:p>
        </p:txBody>
      </p:sp>
      <p:pic>
        <p:nvPicPr>
          <p:cNvPr id="17" name="Graphic 16" descr="Envelope">
            <a:extLst>
              <a:ext uri="{FF2B5EF4-FFF2-40B4-BE49-F238E27FC236}">
                <a16:creationId xmlns:a16="http://schemas.microsoft.com/office/drawing/2014/main" id="{E5B30B87-6C2E-48F1-9026-E4F6BEA1CFE7}"/>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41475" y="4452337"/>
            <a:ext cx="387795" cy="387795"/>
          </a:xfrm>
          <a:prstGeom prst="rect">
            <a:avLst/>
          </a:prstGeom>
        </p:spPr>
      </p:pic>
      <p:pic>
        <p:nvPicPr>
          <p:cNvPr id="18" name="Graphic 17" descr="Network">
            <a:extLst>
              <a:ext uri="{FF2B5EF4-FFF2-40B4-BE49-F238E27FC236}">
                <a16:creationId xmlns:a16="http://schemas.microsoft.com/office/drawing/2014/main" id="{2DA3CFE0-4ED8-4345-A158-94E70F463E99}"/>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522084" y="4925640"/>
            <a:ext cx="426575" cy="426575"/>
          </a:xfrm>
          <a:prstGeom prst="rect">
            <a:avLst/>
          </a:prstGeom>
        </p:spPr>
      </p:pic>
      <p:sp>
        <p:nvSpPr>
          <p:cNvPr id="2" name="Title 1">
            <a:extLst>
              <a:ext uri="{FF2B5EF4-FFF2-40B4-BE49-F238E27FC236}">
                <a16:creationId xmlns:a16="http://schemas.microsoft.com/office/drawing/2014/main" id="{2CE9908F-CF81-43F9-880A-401D0C0FB2ED}"/>
              </a:ext>
            </a:extLst>
          </p:cNvPr>
          <p:cNvSpPr>
            <a:spLocks noGrp="1"/>
          </p:cNvSpPr>
          <p:nvPr>
            <p:ph type="title"/>
          </p:nvPr>
        </p:nvSpPr>
        <p:spPr>
          <a:xfrm>
            <a:off x="6469778" y="3429000"/>
            <a:ext cx="5011410" cy="651448"/>
          </a:xfrm>
          <a:noFill/>
        </p:spPr>
        <p:txBody>
          <a:bodyPr wrap="square" rtlCol="0">
            <a:noAutofit/>
          </a:bodyPr>
          <a:lstStyle>
            <a:lvl1pPr>
              <a:defRPr lang="en-US" sz="6000" b="1" cap="all" baseline="0">
                <a:solidFill>
                  <a:schemeClr val="accent1"/>
                </a:solidFill>
                <a:ea typeface="+mn-ea"/>
                <a:cs typeface="+mn-cs"/>
              </a:defRPr>
            </a:lvl1pPr>
          </a:lstStyle>
          <a:p>
            <a:pPr marL="0" lvl="0"/>
            <a:r>
              <a:rPr lang="en-US" noProof="0"/>
              <a:t>Click to edit Master title style</a:t>
            </a:r>
            <a:endParaRPr lang="en-US" noProof="0" dirty="0"/>
          </a:p>
        </p:txBody>
      </p:sp>
    </p:spTree>
    <p:extLst>
      <p:ext uri="{BB962C8B-B14F-4D97-AF65-F5344CB8AC3E}">
        <p14:creationId xmlns:p14="http://schemas.microsoft.com/office/powerpoint/2010/main" val="637136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dirty="0"/>
              <a:t>Click icon to add picture</a:t>
            </a:r>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12" name="Straight Connector 11">
            <a:extLst>
              <a:ext uri="{FF2B5EF4-FFF2-40B4-BE49-F238E27FC236}">
                <a16:creationId xmlns:a16="http://schemas.microsoft.com/office/drawing/2014/main" id="{77C312F4-62C2-4903-8C4B-423A8717E481}"/>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descr="Envelope">
            <a:extLst>
              <a:ext uri="{FF2B5EF4-FFF2-40B4-BE49-F238E27FC236}">
                <a16:creationId xmlns:a16="http://schemas.microsoft.com/office/drawing/2014/main" id="{A686352B-226C-4579-B831-0DC14EC3895E}"/>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541475" y="4452337"/>
            <a:ext cx="387795" cy="387795"/>
          </a:xfrm>
          <a:prstGeom prst="rect">
            <a:avLst/>
          </a:prstGeom>
        </p:spPr>
      </p:pic>
      <p:pic>
        <p:nvPicPr>
          <p:cNvPr id="20" name="Graphic 19" descr="Network">
            <a:extLst>
              <a:ext uri="{FF2B5EF4-FFF2-40B4-BE49-F238E27FC236}">
                <a16:creationId xmlns:a16="http://schemas.microsoft.com/office/drawing/2014/main" id="{460C8169-012B-451A-A6C2-6FEC0DC82AFC}"/>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6522084" y="4925640"/>
            <a:ext cx="426575" cy="426575"/>
          </a:xfrm>
          <a:prstGeom prst="rect">
            <a:avLst/>
          </a:prstGeom>
        </p:spPr>
      </p:pic>
      <p:sp>
        <p:nvSpPr>
          <p:cNvPr id="21" name="Subtitle 2">
            <a:extLst>
              <a:ext uri="{FF2B5EF4-FFF2-40B4-BE49-F238E27FC236}">
                <a16:creationId xmlns:a16="http://schemas.microsoft.com/office/drawing/2014/main" id="{ADF17BC1-06CE-42EA-A970-31A7ED871AA4}"/>
              </a:ext>
            </a:extLst>
          </p:cNvPr>
          <p:cNvSpPr>
            <a:spLocks noGrp="1"/>
          </p:cNvSpPr>
          <p:nvPr>
            <p:ph type="subTitle" idx="1" hasCustomPrompt="1"/>
          </p:nvPr>
        </p:nvSpPr>
        <p:spPr>
          <a:xfrm>
            <a:off x="7002130" y="4484691"/>
            <a:ext cx="4540440" cy="503167"/>
          </a:xfrm>
        </p:spPr>
        <p:txBody>
          <a:bodyPr>
            <a:noAutofit/>
          </a:bodyPr>
          <a:lstStyle>
            <a:lvl1pPr marL="0" indent="0" algn="l">
              <a:buNone/>
              <a:defRPr sz="16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22" name="Text Placeholder 6">
            <a:extLst>
              <a:ext uri="{FF2B5EF4-FFF2-40B4-BE49-F238E27FC236}">
                <a16:creationId xmlns:a16="http://schemas.microsoft.com/office/drawing/2014/main" id="{7035F1B3-4E91-44FF-B4E7-E5D87C7A034C}"/>
              </a:ext>
            </a:extLst>
          </p:cNvPr>
          <p:cNvSpPr>
            <a:spLocks noGrp="1"/>
          </p:cNvSpPr>
          <p:nvPr>
            <p:ph type="body" sz="quarter" idx="11" hasCustomPrompt="1"/>
          </p:nvPr>
        </p:nvSpPr>
        <p:spPr>
          <a:xfrm>
            <a:off x="7002320" y="5012635"/>
            <a:ext cx="4533900" cy="503238"/>
          </a:xfrm>
        </p:spPr>
        <p:txBody>
          <a:bodyPr vert="horz" lIns="91440" tIns="45720" rIns="91440" bIns="45720" rtlCol="0">
            <a:noAutofit/>
          </a:bodyPr>
          <a:lstStyle>
            <a:lvl1pPr marL="0" indent="0">
              <a:buNone/>
              <a:defRPr lang="en-US" sz="1600" b="0" cap="all" baseline="0" dirty="0" smtClean="0">
                <a:solidFill>
                  <a:schemeClr val="bg1"/>
                </a:solidFill>
              </a:defRPr>
            </a:lvl1pPr>
          </a:lstStyle>
          <a:p>
            <a:pPr marL="228600" lvl="0" indent="-228600"/>
            <a:r>
              <a:rPr lang="en-US" noProof="0" dirty="0"/>
              <a:t>Website </a:t>
            </a:r>
            <a:r>
              <a:rPr lang="en-US" noProof="0" dirty="0" err="1"/>
              <a:t>url</a:t>
            </a:r>
            <a:r>
              <a:rPr lang="en-US" noProof="0" dirty="0"/>
              <a:t> here</a:t>
            </a:r>
          </a:p>
        </p:txBody>
      </p:sp>
      <p:sp>
        <p:nvSpPr>
          <p:cNvPr id="18" name="Title 1">
            <a:extLst>
              <a:ext uri="{FF2B5EF4-FFF2-40B4-BE49-F238E27FC236}">
                <a16:creationId xmlns:a16="http://schemas.microsoft.com/office/drawing/2014/main" id="{525B5135-F466-4A63-A42C-3BB2BAA7D24D}"/>
              </a:ext>
            </a:extLst>
          </p:cNvPr>
          <p:cNvSpPr>
            <a:spLocks noGrp="1"/>
          </p:cNvSpPr>
          <p:nvPr>
            <p:ph type="title"/>
          </p:nvPr>
        </p:nvSpPr>
        <p:spPr>
          <a:xfrm>
            <a:off x="6469778" y="3158641"/>
            <a:ext cx="5011410" cy="921807"/>
          </a:xfrm>
          <a:noFill/>
        </p:spPr>
        <p:txBody>
          <a:bodyPr wrap="square" rtlCol="0">
            <a:noAutofit/>
          </a:bodyPr>
          <a:lstStyle>
            <a:lvl1pPr>
              <a:defRPr lang="en-US" sz="6000" b="1" cap="all" baseline="0" dirty="0">
                <a:solidFill>
                  <a:schemeClr val="bg1"/>
                </a:solidFill>
                <a:ea typeface="+mn-ea"/>
                <a:cs typeface="+mn-cs"/>
              </a:defRPr>
            </a:lvl1pPr>
          </a:lstStyle>
          <a:p>
            <a:pPr marL="0" lvl="0"/>
            <a:r>
              <a:rPr lang="en-US" noProof="0"/>
              <a:t>Click to edit Master title style</a:t>
            </a:r>
            <a:endParaRPr lang="en-US" noProof="0" dirty="0"/>
          </a:p>
        </p:txBody>
      </p:sp>
    </p:spTree>
    <p:extLst>
      <p:ext uri="{BB962C8B-B14F-4D97-AF65-F5344CB8AC3E}">
        <p14:creationId xmlns:p14="http://schemas.microsoft.com/office/powerpoint/2010/main" val="810107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1F54E98B-AC75-484D-9121-68498EB888AA}"/>
              </a:ext>
            </a:extLst>
          </p:cNvPr>
          <p:cNvSpPr/>
          <p:nvPr userDrawn="1"/>
        </p:nvSpPr>
        <p:spPr>
          <a:xfrm>
            <a:off x="754010" y="708293"/>
            <a:ext cx="533402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90578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3"/>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endParaRPr lang="en-US" noProof="0" dirty="0"/>
          </a:p>
        </p:txBody>
      </p:sp>
      <p:pic>
        <p:nvPicPr>
          <p:cNvPr id="8" name="Picture 7">
            <a:extLst>
              <a:ext uri="{FF2B5EF4-FFF2-40B4-BE49-F238E27FC236}">
                <a16:creationId xmlns:a16="http://schemas.microsoft.com/office/drawing/2014/main" id="{25FC40B0-ED27-47E5-A3C2-32A8418567EE}"/>
              </a:ext>
            </a:extLst>
          </p:cNvPr>
          <p:cNvPicPr>
            <a:picLocks noChangeAspect="1"/>
          </p:cNvPicPr>
          <p:nvPr userDrawn="1"/>
        </p:nvPicPr>
        <p:blipFill>
          <a:blip r:embed="rId2">
            <a:biLevel thresh="25000"/>
            <a:extLst>
              <a:ext uri="{28A0092B-C50C-407E-A947-70E740481C1C}">
                <a14:useLocalDpi xmlns:a14="http://schemas.microsoft.com/office/drawing/2010/main"/>
              </a:ext>
            </a:extLst>
          </a:blip>
          <a:stretch>
            <a:fillRect/>
          </a:stretch>
        </p:blipFill>
        <p:spPr>
          <a:xfrm>
            <a:off x="469638" y="6260507"/>
            <a:ext cx="1075427" cy="414929"/>
          </a:xfrm>
          <a:prstGeom prst="rect">
            <a:avLst/>
          </a:prstGeom>
        </p:spPr>
      </p:pic>
      <p:sp>
        <p:nvSpPr>
          <p:cNvPr id="11" name="Oval 10">
            <a:extLst>
              <a:ext uri="{FF2B5EF4-FFF2-40B4-BE49-F238E27FC236}">
                <a16:creationId xmlns:a16="http://schemas.microsoft.com/office/drawing/2014/main" id="{8931D2A9-0B92-4197-8802-80424C14EA7E}"/>
              </a:ext>
            </a:extLst>
          </p:cNvPr>
          <p:cNvSpPr/>
          <p:nvPr userDrawn="1"/>
        </p:nvSpPr>
        <p:spPr>
          <a:xfrm>
            <a:off x="11371669" y="6409397"/>
            <a:ext cx="280051"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6" y="6455739"/>
            <a:ext cx="294460" cy="187367"/>
          </a:xfrm>
        </p:spPr>
        <p:txBody>
          <a:bodyPr lIns="0" tIns="0" rIns="0" bIns="0"/>
          <a:lstStyle>
            <a:lvl1pPr algn="ctr">
              <a:defRPr sz="900">
                <a:solidFill>
                  <a:srgbClr val="2C567A"/>
                </a:solidFill>
                <a:latin typeface="+mn-lt"/>
              </a:defRPr>
            </a:lvl1pPr>
          </a:lstStyle>
          <a:p>
            <a:fld id="{9EC71654-96A5-4280-94F3-931C61A9F92C}" type="slidenum">
              <a:rPr lang="en-US" noProof="0" smtClean="0"/>
              <a:pPr/>
              <a:t>‹#›</a:t>
            </a:fld>
            <a:endParaRPr lang="en-US" noProof="0" dirty="0"/>
          </a:p>
        </p:txBody>
      </p:sp>
      <p:grpSp>
        <p:nvGrpSpPr>
          <p:cNvPr id="4" name="Group 3">
            <a:extLst>
              <a:ext uri="{FF2B5EF4-FFF2-40B4-BE49-F238E27FC236}">
                <a16:creationId xmlns:a16="http://schemas.microsoft.com/office/drawing/2014/main" id="{AD5251EA-F450-4DD1-995B-DC89513424C8}"/>
              </a:ext>
            </a:extLst>
          </p:cNvPr>
          <p:cNvGrpSpPr/>
          <p:nvPr userDrawn="1"/>
        </p:nvGrpSpPr>
        <p:grpSpPr>
          <a:xfrm rot="16200000">
            <a:off x="1637386" y="1473117"/>
            <a:ext cx="8917229" cy="10769768"/>
            <a:chOff x="-1728305" y="-2049517"/>
            <a:chExt cx="8917229" cy="10769768"/>
          </a:xfrm>
        </p:grpSpPr>
        <p:sp>
          <p:nvSpPr>
            <p:cNvPr id="17" name="Oval 16">
              <a:extLst>
                <a:ext uri="{FF2B5EF4-FFF2-40B4-BE49-F238E27FC236}">
                  <a16:creationId xmlns:a16="http://schemas.microsoft.com/office/drawing/2014/main" id="{44882F4E-E8C8-46FE-A9C8-7B79782767F6}"/>
                </a:ext>
              </a:extLst>
            </p:cNvPr>
            <p:cNvSpPr/>
            <p:nvPr userDrawn="1"/>
          </p:nvSpPr>
          <p:spPr>
            <a:xfrm>
              <a:off x="754010" y="708293"/>
              <a:ext cx="533402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8" name="Group 17">
              <a:extLst>
                <a:ext uri="{FF2B5EF4-FFF2-40B4-BE49-F238E27FC236}">
                  <a16:creationId xmlns:a16="http://schemas.microsoft.com/office/drawing/2014/main" id="{965CD13B-04FB-40D5-AF62-2F43CF49BA9B}"/>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9" name="Freeform 5">
                <a:extLst>
                  <a:ext uri="{FF2B5EF4-FFF2-40B4-BE49-F238E27FC236}">
                    <a16:creationId xmlns:a16="http://schemas.microsoft.com/office/drawing/2014/main" id="{01876F8F-C11E-4FB2-8150-1F0602752F97}"/>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0" name="Freeform 6">
                <a:extLst>
                  <a:ext uri="{FF2B5EF4-FFF2-40B4-BE49-F238E27FC236}">
                    <a16:creationId xmlns:a16="http://schemas.microsoft.com/office/drawing/2014/main" id="{08A1D05F-5F61-4156-8C83-1A002AA1E886}"/>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grpSp>
      <p:sp>
        <p:nvSpPr>
          <p:cNvPr id="21" name="Text Placeholder 2">
            <a:extLst>
              <a:ext uri="{FF2B5EF4-FFF2-40B4-BE49-F238E27FC236}">
                <a16:creationId xmlns:a16="http://schemas.microsoft.com/office/drawing/2014/main" id="{4D77C47B-CC1E-41DA-9146-5DFD63065491}"/>
              </a:ext>
            </a:extLst>
          </p:cNvPr>
          <p:cNvSpPr>
            <a:spLocks noGrp="1"/>
          </p:cNvSpPr>
          <p:nvPr>
            <p:ph type="body" idx="1"/>
          </p:nvPr>
        </p:nvSpPr>
        <p:spPr>
          <a:xfrm>
            <a:off x="831850" y="1153348"/>
            <a:ext cx="10515600" cy="648543"/>
          </a:xfrm>
        </p:spPr>
        <p:txBody>
          <a:bodyPr>
            <a:normAutofit/>
          </a:bodyPr>
          <a:lstStyle>
            <a:lvl1pPr marL="0" indent="0" algn="ctr">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4226544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60E0B501-22AA-4685-BE9B-A267F6F675A7}"/>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4" name="Freeform 5">
              <a:extLst>
                <a:ext uri="{FF2B5EF4-FFF2-40B4-BE49-F238E27FC236}">
                  <a16:creationId xmlns:a16="http://schemas.microsoft.com/office/drawing/2014/main" id="{5D0E179E-CA3D-4874-9ACD-F8990F48F4BF}"/>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5" name="Freeform 6">
              <a:extLst>
                <a:ext uri="{FF2B5EF4-FFF2-40B4-BE49-F238E27FC236}">
                  <a16:creationId xmlns:a16="http://schemas.microsoft.com/office/drawing/2014/main" id="{A9C53936-B93A-4CF6-8766-2FA93ACFEBE3}"/>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6" name="Freeform 7">
              <a:extLst>
                <a:ext uri="{FF2B5EF4-FFF2-40B4-BE49-F238E27FC236}">
                  <a16:creationId xmlns:a16="http://schemas.microsoft.com/office/drawing/2014/main" id="{5776DEA2-5422-4F51-B359-652B71274D31}"/>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27" name="Content Placeholder 2">
            <a:extLst>
              <a:ext uri="{FF2B5EF4-FFF2-40B4-BE49-F238E27FC236}">
                <a16:creationId xmlns:a16="http://schemas.microsoft.com/office/drawing/2014/main" id="{1A1F33A2-66F7-4D85-99DD-7B00F265AC6D}"/>
              </a:ext>
            </a:extLst>
          </p:cNvPr>
          <p:cNvSpPr>
            <a:spLocks noGrp="1"/>
          </p:cNvSpPr>
          <p:nvPr>
            <p:ph idx="1"/>
          </p:nvPr>
        </p:nvSpPr>
        <p:spPr>
          <a:xfrm>
            <a:off x="515938" y="1825625"/>
            <a:ext cx="10837862"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2" name="Picture 11">
            <a:extLst>
              <a:ext uri="{FF2B5EF4-FFF2-40B4-BE49-F238E27FC236}">
                <a16:creationId xmlns:a16="http://schemas.microsoft.com/office/drawing/2014/main" id="{EC2DFD46-BF74-47BA-A496-92ED1979C36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3" name="Title 1">
            <a:extLst>
              <a:ext uri="{FF2B5EF4-FFF2-40B4-BE49-F238E27FC236}">
                <a16:creationId xmlns:a16="http://schemas.microsoft.com/office/drawing/2014/main" id="{EF788279-D710-447A-9E71-4D1344575691}"/>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3789758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C2A6B906-ACDA-40FD-8AC8-0B693AB12796}"/>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19" name="Freeform 5">
              <a:extLst>
                <a:ext uri="{FF2B5EF4-FFF2-40B4-BE49-F238E27FC236}">
                  <a16:creationId xmlns:a16="http://schemas.microsoft.com/office/drawing/2014/main" id="{717F7366-5A99-4065-90C2-AE7DF5DD0F44}"/>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0" name="Freeform 6">
              <a:extLst>
                <a:ext uri="{FF2B5EF4-FFF2-40B4-BE49-F238E27FC236}">
                  <a16:creationId xmlns:a16="http://schemas.microsoft.com/office/drawing/2014/main" id="{90A089CA-63B9-4456-B0B1-17C75EBFB982}"/>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2" name="Freeform 7">
              <a:extLst>
                <a:ext uri="{FF2B5EF4-FFF2-40B4-BE49-F238E27FC236}">
                  <a16:creationId xmlns:a16="http://schemas.microsoft.com/office/drawing/2014/main" id="{8D36B2D1-BCFE-43FC-8743-7B7A30E1AD5D}"/>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Content Placeholder 2">
            <a:extLst>
              <a:ext uri="{FF2B5EF4-FFF2-40B4-BE49-F238E27FC236}">
                <a16:creationId xmlns:a16="http://schemas.microsoft.com/office/drawing/2014/main" id="{079DA8F4-EDD3-4D62-A90B-8C3C1AFB0083}"/>
              </a:ext>
            </a:extLst>
          </p:cNvPr>
          <p:cNvSpPr>
            <a:spLocks noGrp="1"/>
          </p:cNvSpPr>
          <p:nvPr>
            <p:ph sz="half" idx="1"/>
          </p:nvPr>
        </p:nvSpPr>
        <p:spPr>
          <a:xfrm>
            <a:off x="515938" y="1825625"/>
            <a:ext cx="5503862"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Content Placeholder 3">
            <a:extLst>
              <a:ext uri="{FF2B5EF4-FFF2-40B4-BE49-F238E27FC236}">
                <a16:creationId xmlns:a16="http://schemas.microsoft.com/office/drawing/2014/main" id="{DA0DA994-B4A9-447A-BEBF-3EA31D3755A2}"/>
              </a:ext>
            </a:extLst>
          </p:cNvPr>
          <p:cNvSpPr>
            <a:spLocks noGrp="1"/>
          </p:cNvSpPr>
          <p:nvPr>
            <p:ph sz="half" idx="2"/>
          </p:nvPr>
        </p:nvSpPr>
        <p:spPr>
          <a:xfrm>
            <a:off x="6172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3" name="Picture 12">
            <a:extLst>
              <a:ext uri="{FF2B5EF4-FFF2-40B4-BE49-F238E27FC236}">
                <a16:creationId xmlns:a16="http://schemas.microsoft.com/office/drawing/2014/main" id="{332150F9-14BF-4DCB-884D-49596914C29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21" name="Title 1">
            <a:extLst>
              <a:ext uri="{FF2B5EF4-FFF2-40B4-BE49-F238E27FC236}">
                <a16:creationId xmlns:a16="http://schemas.microsoft.com/office/drawing/2014/main" id="{19DEF115-82C2-4E9D-A22C-8DA561FB37B8}"/>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2092934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616F52B4-215E-4237-893C-E22B23804744}"/>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2" name="Freeform 5">
              <a:extLst>
                <a:ext uri="{FF2B5EF4-FFF2-40B4-BE49-F238E27FC236}">
                  <a16:creationId xmlns:a16="http://schemas.microsoft.com/office/drawing/2014/main" id="{B7C40C77-B795-4B07-B92D-2E8A56635773}"/>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3" name="Freeform 6">
              <a:extLst>
                <a:ext uri="{FF2B5EF4-FFF2-40B4-BE49-F238E27FC236}">
                  <a16:creationId xmlns:a16="http://schemas.microsoft.com/office/drawing/2014/main" id="{6E703A1E-5F10-4BB5-9D52-77CB6F5994C0}"/>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4" name="Freeform 7">
              <a:extLst>
                <a:ext uri="{FF2B5EF4-FFF2-40B4-BE49-F238E27FC236}">
                  <a16:creationId xmlns:a16="http://schemas.microsoft.com/office/drawing/2014/main" id="{22CEE04C-09CE-41CF-937D-EC2D3C23ECC6}"/>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Text Placeholder 2">
            <a:extLst>
              <a:ext uri="{FF2B5EF4-FFF2-40B4-BE49-F238E27FC236}">
                <a16:creationId xmlns:a16="http://schemas.microsoft.com/office/drawing/2014/main" id="{774CF4BA-8DCB-42CF-A2C4-D6AF95EE3F54}"/>
              </a:ext>
            </a:extLst>
          </p:cNvPr>
          <p:cNvSpPr>
            <a:spLocks noGrp="1"/>
          </p:cNvSpPr>
          <p:nvPr>
            <p:ph type="body" idx="1"/>
          </p:nvPr>
        </p:nvSpPr>
        <p:spPr>
          <a:xfrm>
            <a:off x="515938" y="1681163"/>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7" name="Content Placeholder 3">
            <a:extLst>
              <a:ext uri="{FF2B5EF4-FFF2-40B4-BE49-F238E27FC236}">
                <a16:creationId xmlns:a16="http://schemas.microsoft.com/office/drawing/2014/main" id="{67BA8B6E-A28D-4658-8C91-6CA7BD539B85}"/>
              </a:ext>
            </a:extLst>
          </p:cNvPr>
          <p:cNvSpPr>
            <a:spLocks noGrp="1"/>
          </p:cNvSpPr>
          <p:nvPr>
            <p:ph sz="half" idx="2"/>
          </p:nvPr>
        </p:nvSpPr>
        <p:spPr>
          <a:xfrm>
            <a:off x="515938" y="2505075"/>
            <a:ext cx="5157787"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4">
            <a:extLst>
              <a:ext uri="{FF2B5EF4-FFF2-40B4-BE49-F238E27FC236}">
                <a16:creationId xmlns:a16="http://schemas.microsoft.com/office/drawing/2014/main" id="{F73B3215-82DB-4DBF-9E77-3AE2308C6920}"/>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9" name="Content Placeholder 5">
            <a:extLst>
              <a:ext uri="{FF2B5EF4-FFF2-40B4-BE49-F238E27FC236}">
                <a16:creationId xmlns:a16="http://schemas.microsoft.com/office/drawing/2014/main" id="{8DFD34E8-36CC-4FFE-926B-C170208FEDB8}"/>
              </a:ext>
            </a:extLst>
          </p:cNvPr>
          <p:cNvSpPr>
            <a:spLocks noGrp="1"/>
          </p:cNvSpPr>
          <p:nvPr>
            <p:ph sz="quarter" idx="4"/>
          </p:nvPr>
        </p:nvSpPr>
        <p:spPr>
          <a:xfrm>
            <a:off x="6172200" y="2505075"/>
            <a:ext cx="5183188"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21" name="Picture 20">
            <a:extLst>
              <a:ext uri="{FF2B5EF4-FFF2-40B4-BE49-F238E27FC236}">
                <a16:creationId xmlns:a16="http://schemas.microsoft.com/office/drawing/2014/main" id="{03383C6B-3BE4-4380-AF26-1C21492FCE8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25" name="Title 1">
            <a:extLst>
              <a:ext uri="{FF2B5EF4-FFF2-40B4-BE49-F238E27FC236}">
                <a16:creationId xmlns:a16="http://schemas.microsoft.com/office/drawing/2014/main" id="{AE3770E9-CB74-47B0-8229-91F6F756015E}"/>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2461794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57825D7-DD33-4B70-BBBE-D46E7A5352EC}"/>
              </a:ext>
            </a:extLst>
          </p:cNvPr>
          <p:cNvSpPr>
            <a:spLocks noGrp="1"/>
          </p:cNvSpPr>
          <p:nvPr>
            <p:ph type="pic" idx="1"/>
          </p:nvPr>
        </p:nvSpPr>
        <p:spPr>
          <a:xfrm>
            <a:off x="6096000" y="768485"/>
            <a:ext cx="5305662" cy="5305662"/>
          </a:xfrm>
          <a:custGeom>
            <a:avLst/>
            <a:gdLst>
              <a:gd name="connsiteX0" fmla="*/ 2652831 w 5305662"/>
              <a:gd name="connsiteY0" fmla="*/ 0 h 5305662"/>
              <a:gd name="connsiteX1" fmla="*/ 5305662 w 5305662"/>
              <a:gd name="connsiteY1" fmla="*/ 2652831 h 5305662"/>
              <a:gd name="connsiteX2" fmla="*/ 2652831 w 5305662"/>
              <a:gd name="connsiteY2" fmla="*/ 5305662 h 5305662"/>
              <a:gd name="connsiteX3" fmla="*/ 0 w 5305662"/>
              <a:gd name="connsiteY3" fmla="*/ 2652831 h 5305662"/>
              <a:gd name="connsiteX4" fmla="*/ 2652831 w 5305662"/>
              <a:gd name="connsiteY4" fmla="*/ 0 h 530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5662" h="5305662">
                <a:moveTo>
                  <a:pt x="2652831" y="0"/>
                </a:moveTo>
                <a:cubicBezTo>
                  <a:pt x="4117949" y="0"/>
                  <a:pt x="5305662" y="1187713"/>
                  <a:pt x="5305662" y="2652831"/>
                </a:cubicBezTo>
                <a:cubicBezTo>
                  <a:pt x="5305662" y="4117949"/>
                  <a:pt x="4117949" y="5305662"/>
                  <a:pt x="2652831" y="5305662"/>
                </a:cubicBezTo>
                <a:cubicBezTo>
                  <a:pt x="1187713" y="5305662"/>
                  <a:pt x="0" y="4117949"/>
                  <a:pt x="0" y="2652831"/>
                </a:cubicBezTo>
                <a:cubicBezTo>
                  <a:pt x="0" y="1187713"/>
                  <a:pt x="1187713" y="0"/>
                  <a:pt x="2652831" y="0"/>
                </a:cubicBezTo>
                <a:close/>
              </a:path>
            </a:pathLst>
          </a:custGeom>
          <a:solidFill>
            <a:schemeClr val="bg2"/>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Click icon to add picture</a:t>
            </a:r>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flipH="1">
            <a:off x="5400786" y="-2003509"/>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19" name="Title 1">
            <a:extLst>
              <a:ext uri="{FF2B5EF4-FFF2-40B4-BE49-F238E27FC236}">
                <a16:creationId xmlns:a16="http://schemas.microsoft.com/office/drawing/2014/main" id="{19A1397F-1946-4CBE-9EC5-159C3CBC78B6}"/>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endParaRPr lang="en-US" noProof="0" dirty="0"/>
          </a:p>
        </p:txBody>
      </p:sp>
      <p:sp>
        <p:nvSpPr>
          <p:cNvPr id="20" name="Text Placeholder 3">
            <a:extLst>
              <a:ext uri="{FF2B5EF4-FFF2-40B4-BE49-F238E27FC236}">
                <a16:creationId xmlns:a16="http://schemas.microsoft.com/office/drawing/2014/main" id="{C535F2AB-153E-44A9-97BE-00553BEC1770}"/>
              </a:ext>
            </a:extLst>
          </p:cNvPr>
          <p:cNvSpPr>
            <a:spLocks noGrp="1"/>
          </p:cNvSpPr>
          <p:nvPr>
            <p:ph type="body" sz="half" idx="2"/>
          </p:nvPr>
        </p:nvSpPr>
        <p:spPr>
          <a:xfrm>
            <a:off x="839788" y="2057400"/>
            <a:ext cx="3932237" cy="3811588"/>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pic>
        <p:nvPicPr>
          <p:cNvPr id="8" name="Picture 7">
            <a:extLst>
              <a:ext uri="{FF2B5EF4-FFF2-40B4-BE49-F238E27FC236}">
                <a16:creationId xmlns:a16="http://schemas.microsoft.com/office/drawing/2014/main" id="{06298D65-1027-4897-A948-DCEEF8FC3D9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Tree>
    <p:extLst>
      <p:ext uri="{BB962C8B-B14F-4D97-AF65-F5344CB8AC3E}">
        <p14:creationId xmlns:p14="http://schemas.microsoft.com/office/powerpoint/2010/main" val="2107185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9F866E5C-B8AA-4805-B232-831BA01AAF16}"/>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0" name="Freeform 5">
              <a:extLst>
                <a:ext uri="{FF2B5EF4-FFF2-40B4-BE49-F238E27FC236}">
                  <a16:creationId xmlns:a16="http://schemas.microsoft.com/office/drawing/2014/main" id="{F98614F0-2DA3-4F29-8CB3-D61424AC8506}"/>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2" name="Freeform 6">
              <a:extLst>
                <a:ext uri="{FF2B5EF4-FFF2-40B4-BE49-F238E27FC236}">
                  <a16:creationId xmlns:a16="http://schemas.microsoft.com/office/drawing/2014/main" id="{66D52F08-13EC-4AB4-BB79-89A5395A03BF}"/>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3" name="Freeform 7">
              <a:extLst>
                <a:ext uri="{FF2B5EF4-FFF2-40B4-BE49-F238E27FC236}">
                  <a16:creationId xmlns:a16="http://schemas.microsoft.com/office/drawing/2014/main" id="{2544236D-8C3A-41EF-9A68-C84A8A7D0F5A}"/>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Title 1">
            <a:extLst>
              <a:ext uri="{FF2B5EF4-FFF2-40B4-BE49-F238E27FC236}">
                <a16:creationId xmlns:a16="http://schemas.microsoft.com/office/drawing/2014/main" id="{9009D5C6-6206-4291-8037-67DC025F0B4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endParaRPr lang="en-US" noProof="0" dirty="0"/>
          </a:p>
        </p:txBody>
      </p:sp>
      <p:sp>
        <p:nvSpPr>
          <p:cNvPr id="17" name="Text Placeholder 3">
            <a:extLst>
              <a:ext uri="{FF2B5EF4-FFF2-40B4-BE49-F238E27FC236}">
                <a16:creationId xmlns:a16="http://schemas.microsoft.com/office/drawing/2014/main" id="{BEB643FD-AA85-4A43-8EBD-AFD10DD987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8" name="Content Placeholder 2">
            <a:extLst>
              <a:ext uri="{FF2B5EF4-FFF2-40B4-BE49-F238E27FC236}">
                <a16:creationId xmlns:a16="http://schemas.microsoft.com/office/drawing/2014/main" id="{9001F313-F798-43BE-AFF0-A68C84C3640D}"/>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3" name="Picture 12">
            <a:extLst>
              <a:ext uri="{FF2B5EF4-FFF2-40B4-BE49-F238E27FC236}">
                <a16:creationId xmlns:a16="http://schemas.microsoft.com/office/drawing/2014/main" id="{91881DEA-0ECB-4310-ADF5-4337ACB4338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Tree>
    <p:extLst>
      <p:ext uri="{BB962C8B-B14F-4D97-AF65-F5344CB8AC3E}">
        <p14:creationId xmlns:p14="http://schemas.microsoft.com/office/powerpoint/2010/main" val="3025310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1F27F-98F9-A147-8986-34441C7B752D}" type="datetime1">
              <a:rPr lang="en-US" noProof="0" smtClean="0"/>
              <a:t>9/8/2023</a:t>
            </a:fld>
            <a:endParaRPr lang="en-US" noProof="0" dirty="0"/>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61" r:id="rId5"/>
    <p:sldLayoutId id="2147483662" r:id="rId6"/>
    <p:sldLayoutId id="2147483663" r:id="rId7"/>
    <p:sldLayoutId id="2147483654"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B08B8-3DB3-4637-AE23-B8DB96D9FCEC}"/>
              </a:ext>
            </a:extLst>
          </p:cNvPr>
          <p:cNvSpPr>
            <a:spLocks noGrp="1"/>
          </p:cNvSpPr>
          <p:nvPr>
            <p:ph type="ctrTitle"/>
          </p:nvPr>
        </p:nvSpPr>
        <p:spPr/>
        <p:txBody>
          <a:bodyPr/>
          <a:lstStyle/>
          <a:p>
            <a:r>
              <a:rPr lang="en-US" dirty="0"/>
              <a:t>Data Visualization</a:t>
            </a:r>
          </a:p>
        </p:txBody>
      </p:sp>
      <p:sp>
        <p:nvSpPr>
          <p:cNvPr id="3" name="Subtitle 2">
            <a:extLst>
              <a:ext uri="{FF2B5EF4-FFF2-40B4-BE49-F238E27FC236}">
                <a16:creationId xmlns:a16="http://schemas.microsoft.com/office/drawing/2014/main" id="{2198AA37-E298-4CD8-9F0F-2123ACFD9653}"/>
              </a:ext>
            </a:extLst>
          </p:cNvPr>
          <p:cNvSpPr>
            <a:spLocks noGrp="1"/>
          </p:cNvSpPr>
          <p:nvPr>
            <p:ph type="subTitle" idx="1"/>
          </p:nvPr>
        </p:nvSpPr>
        <p:spPr>
          <a:xfrm>
            <a:off x="6343650" y="4264096"/>
            <a:ext cx="5143500" cy="827857"/>
          </a:xfrm>
        </p:spPr>
        <p:txBody>
          <a:bodyPr/>
          <a:lstStyle/>
          <a:p>
            <a:r>
              <a:rPr lang="en-US" dirty="0"/>
              <a:t>Kaveri karri</a:t>
            </a:r>
          </a:p>
        </p:txBody>
      </p:sp>
      <p:pic>
        <p:nvPicPr>
          <p:cNvPr id="10" name="Picture Placeholder 9" descr="city scape">
            <a:extLst>
              <a:ext uri="{FF2B5EF4-FFF2-40B4-BE49-F238E27FC236}">
                <a16:creationId xmlns:a16="http://schemas.microsoft.com/office/drawing/2014/main" id="{ABD7F97D-15E8-4032-B615-0562046B7542}"/>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4" name="Rectangle 3">
            <a:extLst>
              <a:ext uri="{FF2B5EF4-FFF2-40B4-BE49-F238E27FC236}">
                <a16:creationId xmlns:a16="http://schemas.microsoft.com/office/drawing/2014/main" id="{AAA6A416-1F68-5051-B5FC-C01864629D28}"/>
              </a:ext>
            </a:extLst>
          </p:cNvPr>
          <p:cNvSpPr/>
          <p:nvPr/>
        </p:nvSpPr>
        <p:spPr>
          <a:xfrm>
            <a:off x="9995647" y="384455"/>
            <a:ext cx="1846729" cy="753035"/>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167172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6856132" y="523222"/>
            <a:ext cx="3623609" cy="940181"/>
          </a:xfrm>
        </p:spPr>
        <p:txBody>
          <a:bodyPr/>
          <a:lstStyle/>
          <a:p>
            <a:r>
              <a:rPr lang="en-US" dirty="0"/>
              <a:t>ABSTRACTION</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206400" y="1730188"/>
            <a:ext cx="5985600" cy="357624"/>
          </a:xfrm>
        </p:spPr>
        <p:txBody>
          <a:bodyPr/>
          <a:lstStyle/>
          <a:p>
            <a:pPr algn="l"/>
            <a:r>
              <a:rPr lang="en-US" dirty="0"/>
              <a:t>The World Happiness Report 2015 dataset contains data on the happiness levels of people in 159 countries around the world. It includes information on a variety of factors that are thought to contribute to happiness, such as economic factors (GDP per capita), social factors (family, health, and freedom), and trust in government. The data also includes a happiness score and a happiness rank for each country. The happiness score and happiness rank are based on a poll in which people were asked to rate their overall happiness on a scale of 0 to 10. The economy, family, health, freedom, trust, and generosity columns contain various measures of those factors. Overall, the World Happiness Report 2015 dataset provides valuable insights into the factors that contribute to happiness and well-being at the national level, and can be used by researchers, policymakers, and others to better understand and promote happiness around the world.</a:t>
            </a:r>
          </a:p>
        </p:txBody>
      </p:sp>
      <p:pic>
        <p:nvPicPr>
          <p:cNvPr id="11" name="Picture Placeholder 10" descr="city skyline">
            <a:extLst>
              <a:ext uri="{FF2B5EF4-FFF2-40B4-BE49-F238E27FC236}">
                <a16:creationId xmlns:a16="http://schemas.microsoft.com/office/drawing/2014/main" id="{9D82A855-CCB0-4075-B5EE-5CC6FD176DB4}"/>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0" y="2270375"/>
            <a:ext cx="6206400" cy="4587625"/>
          </a:xfrm>
        </p:spPr>
      </p:pic>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2</a:t>
            </a:fld>
            <a:endParaRPr lang="en-US" dirty="0"/>
          </a:p>
        </p:txBody>
      </p:sp>
    </p:spTree>
    <p:extLst>
      <p:ext uri="{BB962C8B-B14F-4D97-AF65-F5344CB8AC3E}">
        <p14:creationId xmlns:p14="http://schemas.microsoft.com/office/powerpoint/2010/main" val="3187533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8568391" y="0"/>
            <a:ext cx="3623609" cy="940181"/>
          </a:xfrm>
        </p:spPr>
        <p:txBody>
          <a:bodyPr/>
          <a:lstStyle/>
          <a:p>
            <a:r>
              <a:rPr lang="en-US" dirty="0"/>
              <a:t>DATA</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468989" y="914400"/>
            <a:ext cx="5985600" cy="357624"/>
          </a:xfrm>
        </p:spPr>
        <p:txBody>
          <a:bodyPr/>
          <a:lstStyle/>
          <a:p>
            <a:pPr algn="l"/>
            <a:r>
              <a:rPr lang="en-US" dirty="0"/>
              <a:t>.</a:t>
            </a:r>
          </a:p>
        </p:txBody>
      </p:sp>
      <p:pic>
        <p:nvPicPr>
          <p:cNvPr id="11" name="Picture Placeholder 10" descr="city skyline">
            <a:extLst>
              <a:ext uri="{FF2B5EF4-FFF2-40B4-BE49-F238E27FC236}">
                <a16:creationId xmlns:a16="http://schemas.microsoft.com/office/drawing/2014/main" id="{9D82A855-CCB0-4075-B5EE-5CC6FD176DB4}"/>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0" y="2087812"/>
            <a:ext cx="6206400" cy="4587625"/>
          </a:xfrm>
        </p:spPr>
      </p:pic>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3</a:t>
            </a:fld>
            <a:endParaRPr lang="en-US" dirty="0"/>
          </a:p>
        </p:txBody>
      </p:sp>
      <p:graphicFrame>
        <p:nvGraphicFramePr>
          <p:cNvPr id="5" name="Table 4">
            <a:extLst>
              <a:ext uri="{FF2B5EF4-FFF2-40B4-BE49-F238E27FC236}">
                <a16:creationId xmlns:a16="http://schemas.microsoft.com/office/drawing/2014/main" id="{82A58976-55FE-ED18-1EA8-585C423BA4E3}"/>
              </a:ext>
            </a:extLst>
          </p:cNvPr>
          <p:cNvGraphicFramePr>
            <a:graphicFrameLocks noGrp="1"/>
          </p:cNvGraphicFramePr>
          <p:nvPr>
            <p:extLst>
              <p:ext uri="{D42A27DB-BD31-4B8C-83A1-F6EECF244321}">
                <p14:modId xmlns:p14="http://schemas.microsoft.com/office/powerpoint/2010/main" val="2753412449"/>
              </p:ext>
            </p:extLst>
          </p:nvPr>
        </p:nvGraphicFramePr>
        <p:xfrm>
          <a:off x="6454589" y="2702840"/>
          <a:ext cx="5305426" cy="3357567"/>
        </p:xfrm>
        <a:graphic>
          <a:graphicData uri="http://schemas.openxmlformats.org/drawingml/2006/table">
            <a:tbl>
              <a:tblPr firstRow="1" firstCol="1" bandRow="1">
                <a:tableStyleId>{5C22544A-7EE6-4342-B048-85BDC9FD1C3A}</a:tableStyleId>
              </a:tblPr>
              <a:tblGrid>
                <a:gridCol w="2652713">
                  <a:extLst>
                    <a:ext uri="{9D8B030D-6E8A-4147-A177-3AD203B41FA5}">
                      <a16:colId xmlns:a16="http://schemas.microsoft.com/office/drawing/2014/main" val="2174664622"/>
                    </a:ext>
                  </a:extLst>
                </a:gridCol>
                <a:gridCol w="2652713">
                  <a:extLst>
                    <a:ext uri="{9D8B030D-6E8A-4147-A177-3AD203B41FA5}">
                      <a16:colId xmlns:a16="http://schemas.microsoft.com/office/drawing/2014/main" val="3846750761"/>
                    </a:ext>
                  </a:extLst>
                </a:gridCol>
              </a:tblGrid>
              <a:tr h="0">
                <a:tc>
                  <a:txBody>
                    <a:bodyPr/>
                    <a:lstStyle/>
                    <a:p>
                      <a:pPr algn="ctr">
                        <a:lnSpc>
                          <a:spcPct val="200000"/>
                        </a:lnSpc>
                      </a:pPr>
                      <a:r>
                        <a:rPr lang="en-IN" sz="1200" dirty="0">
                          <a:effectLst/>
                        </a:rPr>
                        <a:t>Column Name</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gn="ctr">
                        <a:lnSpc>
                          <a:spcPct val="200000"/>
                        </a:lnSpc>
                      </a:pPr>
                      <a:r>
                        <a:rPr lang="en-IN" sz="1200" dirty="0">
                          <a:effectLst/>
                        </a:rPr>
                        <a:t>Description</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1316655253"/>
                  </a:ext>
                </a:extLst>
              </a:tr>
              <a:tr h="0">
                <a:tc>
                  <a:txBody>
                    <a:bodyPr/>
                    <a:lstStyle/>
                    <a:p>
                      <a:pPr>
                        <a:lnSpc>
                          <a:spcPct val="200000"/>
                        </a:lnSpc>
                      </a:pPr>
                      <a:r>
                        <a:rPr lang="en-IN" sz="1200" b="0" dirty="0">
                          <a:solidFill>
                            <a:schemeClr val="tx1"/>
                          </a:solidFill>
                          <a:effectLst/>
                        </a:rPr>
                        <a:t>Country or Region</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Name of the country</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885466595"/>
                  </a:ext>
                </a:extLst>
              </a:tr>
              <a:tr h="0">
                <a:tc>
                  <a:txBody>
                    <a:bodyPr/>
                    <a:lstStyle/>
                    <a:p>
                      <a:pPr>
                        <a:lnSpc>
                          <a:spcPct val="200000"/>
                        </a:lnSpc>
                      </a:pPr>
                      <a:r>
                        <a:rPr lang="en-IN" sz="1200" b="0" dirty="0">
                          <a:solidFill>
                            <a:schemeClr val="tx1"/>
                          </a:solidFill>
                          <a:effectLst/>
                        </a:rPr>
                        <a:t>Happiness Score</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A composite score of overall well-being</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1734506599"/>
                  </a:ext>
                </a:extLst>
              </a:tr>
              <a:tr h="0">
                <a:tc>
                  <a:txBody>
                    <a:bodyPr/>
                    <a:lstStyle/>
                    <a:p>
                      <a:pPr>
                        <a:lnSpc>
                          <a:spcPct val="200000"/>
                        </a:lnSpc>
                      </a:pPr>
                      <a:r>
                        <a:rPr lang="en-IN" sz="1200" b="0" dirty="0">
                          <a:solidFill>
                            <a:schemeClr val="tx1"/>
                          </a:solidFill>
                          <a:effectLst/>
                        </a:rPr>
                        <a:t>Economy (GDP per Capita)</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Measure of the economic production of a country</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893818679"/>
                  </a:ext>
                </a:extLst>
              </a:tr>
              <a:tr h="0">
                <a:tc>
                  <a:txBody>
                    <a:bodyPr/>
                    <a:lstStyle/>
                    <a:p>
                      <a:pPr>
                        <a:lnSpc>
                          <a:spcPct val="200000"/>
                        </a:lnSpc>
                      </a:pPr>
                      <a:r>
                        <a:rPr lang="en-IN" sz="1200" b="0" dirty="0">
                          <a:solidFill>
                            <a:schemeClr val="tx1"/>
                          </a:solidFill>
                          <a:effectLst/>
                        </a:rPr>
                        <a:t>Family</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Measure of social support</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421576538"/>
                  </a:ext>
                </a:extLst>
              </a:tr>
              <a:tr h="0">
                <a:tc>
                  <a:txBody>
                    <a:bodyPr/>
                    <a:lstStyle/>
                    <a:p>
                      <a:pPr>
                        <a:lnSpc>
                          <a:spcPct val="200000"/>
                        </a:lnSpc>
                      </a:pPr>
                      <a:r>
                        <a:rPr lang="en-IN" sz="1200" b="0" dirty="0">
                          <a:solidFill>
                            <a:schemeClr val="tx1"/>
                          </a:solidFill>
                          <a:effectLst/>
                        </a:rPr>
                        <a:t>Health (Life Expectancy)</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Measure of the health of citizens</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2556884904"/>
                  </a:ext>
                </a:extLst>
              </a:tr>
              <a:tr h="0">
                <a:tc>
                  <a:txBody>
                    <a:bodyPr/>
                    <a:lstStyle/>
                    <a:p>
                      <a:pPr>
                        <a:lnSpc>
                          <a:spcPct val="200000"/>
                        </a:lnSpc>
                      </a:pPr>
                      <a:r>
                        <a:rPr lang="en-IN" sz="1200" b="0" dirty="0">
                          <a:solidFill>
                            <a:schemeClr val="tx1"/>
                          </a:solidFill>
                          <a:effectLst/>
                        </a:rPr>
                        <a:t>Freedom</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Measure of freedom to make life choices</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1272355943"/>
                  </a:ext>
                </a:extLst>
              </a:tr>
              <a:tr h="0">
                <a:tc>
                  <a:txBody>
                    <a:bodyPr/>
                    <a:lstStyle/>
                    <a:p>
                      <a:pPr>
                        <a:lnSpc>
                          <a:spcPct val="200000"/>
                        </a:lnSpc>
                      </a:pPr>
                      <a:r>
                        <a:rPr lang="en-IN" sz="1200" b="0" dirty="0">
                          <a:solidFill>
                            <a:schemeClr val="tx1"/>
                          </a:solidFill>
                          <a:effectLst/>
                        </a:rPr>
                        <a:t>Generosity</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Measure of generosity of citizens</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3582673103"/>
                  </a:ext>
                </a:extLst>
              </a:tr>
              <a:tr h="0">
                <a:tc>
                  <a:txBody>
                    <a:bodyPr/>
                    <a:lstStyle/>
                    <a:p>
                      <a:pPr>
                        <a:lnSpc>
                          <a:spcPct val="200000"/>
                        </a:lnSpc>
                      </a:pPr>
                      <a:r>
                        <a:rPr lang="en-IN" sz="1200" b="0" dirty="0">
                          <a:solidFill>
                            <a:schemeClr val="tx1"/>
                          </a:solidFill>
                          <a:effectLst/>
                        </a:rPr>
                        <a:t>Trust (Government Corruption)</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Measure of trust in government</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2579271703"/>
                  </a:ext>
                </a:extLst>
              </a:tr>
            </a:tbl>
          </a:graphicData>
        </a:graphic>
      </p:graphicFrame>
      <p:sp>
        <p:nvSpPr>
          <p:cNvPr id="6" name="TextBox 5">
            <a:extLst>
              <a:ext uri="{FF2B5EF4-FFF2-40B4-BE49-F238E27FC236}">
                <a16:creationId xmlns:a16="http://schemas.microsoft.com/office/drawing/2014/main" id="{B1620563-412A-FA04-8C1C-57D0DD0E8BA8}"/>
              </a:ext>
            </a:extLst>
          </p:cNvPr>
          <p:cNvSpPr txBox="1"/>
          <p:nvPr/>
        </p:nvSpPr>
        <p:spPr>
          <a:xfrm>
            <a:off x="6096000" y="1093212"/>
            <a:ext cx="5432612" cy="1477328"/>
          </a:xfrm>
          <a:prstGeom prst="rect">
            <a:avLst/>
          </a:prstGeom>
          <a:noFill/>
        </p:spPr>
        <p:txBody>
          <a:bodyPr wrap="square" rtlCol="0">
            <a:spAutoFit/>
          </a:bodyPr>
          <a:lstStyle/>
          <a:p>
            <a:r>
              <a:rPr lang="en-US" dirty="0">
                <a:solidFill>
                  <a:schemeClr val="bg1"/>
                </a:solidFill>
              </a:rPr>
              <a:t>The dataset can be found on Kaggle and it contains data on happiness levels of people in 159 countries around the world. The data is collected in the year 2015 and it includes information on a variety of factors that are thought to contribute to happiness, such as:</a:t>
            </a:r>
            <a:endParaRPr lang="en-IN" dirty="0">
              <a:solidFill>
                <a:schemeClr val="bg1"/>
              </a:solidFill>
            </a:endParaRPr>
          </a:p>
        </p:txBody>
      </p:sp>
    </p:spTree>
    <p:extLst>
      <p:ext uri="{BB962C8B-B14F-4D97-AF65-F5344CB8AC3E}">
        <p14:creationId xmlns:p14="http://schemas.microsoft.com/office/powerpoint/2010/main" val="2943046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573742" y="523222"/>
            <a:ext cx="9906000" cy="940181"/>
          </a:xfrm>
        </p:spPr>
        <p:txBody>
          <a:bodyPr/>
          <a:lstStyle/>
          <a:p>
            <a:r>
              <a:rPr lang="en-US" dirty="0"/>
              <a:t>Histogram of the Happiness Scores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493271" y="3071376"/>
            <a:ext cx="5985600" cy="357624"/>
          </a:xfrm>
        </p:spPr>
        <p:txBody>
          <a:bodyPr/>
          <a:lstStyle/>
          <a:p>
            <a:pPr algn="l"/>
            <a:r>
              <a:rPr lang="en-US" dirty="0"/>
              <a:t>Based on the histogram of the 'Happiness Score' variable in the UNSDSN World Happiness dataset, the data is distributed fairly evenly around the central value. This can be seen by the symmetric shape of the histogram with no long tail in either direction. This suggests that the happiness scores are distributed relatively evenly across the 156 countries in the dataset and that there is no significant skewness in the data.</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4</a:t>
            </a:fld>
            <a:endParaRPr lang="en-US" dirty="0"/>
          </a:p>
        </p:txBody>
      </p:sp>
      <p:pic>
        <p:nvPicPr>
          <p:cNvPr id="5" name="Picture">
            <a:extLst>
              <a:ext uri="{FF2B5EF4-FFF2-40B4-BE49-F238E27FC236}">
                <a16:creationId xmlns:a16="http://schemas.microsoft.com/office/drawing/2014/main" id="{E04E01B4-2CAC-1248-D9AD-2EEF92D7A700}"/>
              </a:ext>
            </a:extLst>
          </p:cNvPr>
          <p:cNvPicPr/>
          <p:nvPr/>
        </p:nvPicPr>
        <p:blipFill>
          <a:blip r:embed="rId3"/>
          <a:stretch>
            <a:fillRect/>
          </a:stretch>
        </p:blipFill>
        <p:spPr bwMode="auto">
          <a:xfrm>
            <a:off x="0" y="1894242"/>
            <a:ext cx="5951220" cy="4130040"/>
          </a:xfrm>
          <a:prstGeom prst="rect">
            <a:avLst/>
          </a:prstGeom>
          <a:noFill/>
          <a:ln w="9525">
            <a:noFill/>
            <a:headEnd/>
            <a:tailEnd/>
          </a:ln>
        </p:spPr>
      </p:pic>
    </p:spTree>
    <p:extLst>
      <p:ext uri="{BB962C8B-B14F-4D97-AF65-F5344CB8AC3E}">
        <p14:creationId xmlns:p14="http://schemas.microsoft.com/office/powerpoint/2010/main" val="3240073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376518" y="523222"/>
            <a:ext cx="10103224" cy="940181"/>
          </a:xfrm>
        </p:spPr>
        <p:txBody>
          <a:bodyPr/>
          <a:lstStyle/>
          <a:p>
            <a:r>
              <a:rPr lang="en-US" dirty="0"/>
              <a:t>Density plot of the Happiness Scores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381526" y="3083859"/>
            <a:ext cx="5747722" cy="345141"/>
          </a:xfrm>
        </p:spPr>
        <p:txBody>
          <a:bodyPr/>
          <a:lstStyle/>
          <a:p>
            <a:pPr algn="l"/>
            <a:r>
              <a:rPr lang="en-US" dirty="0"/>
              <a:t>The density plot is similar to a histogram, but instead of showing the frequency of observations in a particular bin, it shows the density of observations at different values of the variable. This means that the area under the curve of a density plot is always equal to 1. The density plot is similar to a histogram, but instead of showing the frequency of observations in a particular bin, it shows the density of observations at different values of the variable. This means that the area under the curve of a density plot is always equal to 1.</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5</a:t>
            </a:fld>
            <a:endParaRPr lang="en-US" dirty="0"/>
          </a:p>
        </p:txBody>
      </p:sp>
      <p:pic>
        <p:nvPicPr>
          <p:cNvPr id="6" name="Picture">
            <a:extLst>
              <a:ext uri="{FF2B5EF4-FFF2-40B4-BE49-F238E27FC236}">
                <a16:creationId xmlns:a16="http://schemas.microsoft.com/office/drawing/2014/main" id="{F3CD80D2-DDB1-086D-8625-0C826D9D0CC1}"/>
              </a:ext>
            </a:extLst>
          </p:cNvPr>
          <p:cNvPicPr/>
          <p:nvPr/>
        </p:nvPicPr>
        <p:blipFill>
          <a:blip r:embed="rId3"/>
          <a:stretch>
            <a:fillRect/>
          </a:stretch>
        </p:blipFill>
        <p:spPr bwMode="auto">
          <a:xfrm>
            <a:off x="573742" y="1776580"/>
            <a:ext cx="5341620" cy="4488180"/>
          </a:xfrm>
          <a:prstGeom prst="rect">
            <a:avLst/>
          </a:prstGeom>
          <a:noFill/>
          <a:ln w="9525">
            <a:noFill/>
            <a:headEnd/>
            <a:tailEnd/>
          </a:ln>
        </p:spPr>
      </p:pic>
    </p:spTree>
    <p:extLst>
      <p:ext uri="{BB962C8B-B14F-4D97-AF65-F5344CB8AC3E}">
        <p14:creationId xmlns:p14="http://schemas.microsoft.com/office/powerpoint/2010/main" val="3257732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403412" y="259976"/>
            <a:ext cx="10076330" cy="1203427"/>
          </a:xfrm>
        </p:spPr>
        <p:txBody>
          <a:bodyPr/>
          <a:lstStyle/>
          <a:p>
            <a:r>
              <a:rPr lang="en-US" dirty="0"/>
              <a:t>Bar plot of Top 10 Happiest Countries in 2015</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7079317" y="3031107"/>
            <a:ext cx="5074024" cy="357624"/>
          </a:xfrm>
        </p:spPr>
        <p:txBody>
          <a:bodyPr/>
          <a:lstStyle/>
          <a:p>
            <a:pPr algn="l"/>
            <a:r>
              <a:rPr lang="en-US" dirty="0"/>
              <a:t>The top 10 most happiest countries as per that report are Switzerland, Iceland, Denmark, Norway, Canada, Finland, Netherlands, Sweden, New Zealand and Australia.</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6</a:t>
            </a:fld>
            <a:endParaRPr lang="en-US" dirty="0"/>
          </a:p>
        </p:txBody>
      </p:sp>
      <p:pic>
        <p:nvPicPr>
          <p:cNvPr id="6" name="Picture 5">
            <a:extLst>
              <a:ext uri="{FF2B5EF4-FFF2-40B4-BE49-F238E27FC236}">
                <a16:creationId xmlns:a16="http://schemas.microsoft.com/office/drawing/2014/main" id="{7C9CCEF4-FFDA-2BD7-13BD-544F7B43C68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3742" y="1941718"/>
            <a:ext cx="6505575" cy="4014470"/>
          </a:xfrm>
          <a:prstGeom prst="rect">
            <a:avLst/>
          </a:prstGeom>
          <a:noFill/>
        </p:spPr>
      </p:pic>
    </p:spTree>
    <p:extLst>
      <p:ext uri="{BB962C8B-B14F-4D97-AF65-F5344CB8AC3E}">
        <p14:creationId xmlns:p14="http://schemas.microsoft.com/office/powerpoint/2010/main" val="3083582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573742" y="523222"/>
            <a:ext cx="9906000" cy="940181"/>
          </a:xfrm>
        </p:spPr>
        <p:txBody>
          <a:bodyPr/>
          <a:lstStyle/>
          <a:p>
            <a:r>
              <a:rPr lang="en-US" dirty="0"/>
              <a:t>Bar plot of Happiness top country in each region in 2015</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493271" y="3071376"/>
            <a:ext cx="5537364" cy="357624"/>
          </a:xfrm>
        </p:spPr>
        <p:txBody>
          <a:bodyPr/>
          <a:lstStyle/>
          <a:p>
            <a:pPr algn="l"/>
            <a:r>
              <a:rPr lang="en-US" dirty="0"/>
              <a:t>According to the World Happiness Report 2015 dataset, the top country in Western Europe based on happiness score is Switzerland, in North America is Canada, and in Australia and New Zealand is New Zealand. These countries ranked the highest in their respective regions in terms of overall happiness scores</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7</a:t>
            </a:fld>
            <a:endParaRPr lang="en-US" dirty="0"/>
          </a:p>
        </p:txBody>
      </p:sp>
      <p:pic>
        <p:nvPicPr>
          <p:cNvPr id="6" name="Picture 5">
            <a:extLst>
              <a:ext uri="{FF2B5EF4-FFF2-40B4-BE49-F238E27FC236}">
                <a16:creationId xmlns:a16="http://schemas.microsoft.com/office/drawing/2014/main" id="{A83EB50E-9F84-A242-AAE1-7D594640388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2055719"/>
            <a:ext cx="6513195" cy="4019550"/>
          </a:xfrm>
          <a:prstGeom prst="rect">
            <a:avLst/>
          </a:prstGeom>
          <a:noFill/>
        </p:spPr>
      </p:pic>
    </p:spTree>
    <p:extLst>
      <p:ext uri="{BB962C8B-B14F-4D97-AF65-F5344CB8AC3E}">
        <p14:creationId xmlns:p14="http://schemas.microsoft.com/office/powerpoint/2010/main" val="2158820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573742" y="523222"/>
            <a:ext cx="9906000" cy="940181"/>
          </a:xfrm>
        </p:spPr>
        <p:txBody>
          <a:bodyPr/>
          <a:lstStyle/>
          <a:p>
            <a:r>
              <a:rPr lang="en-US" dirty="0"/>
              <a:t>Scatterplot of Economy vs Happiness Score in 2015</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493271" y="3071376"/>
            <a:ext cx="5537364" cy="357624"/>
          </a:xfrm>
        </p:spPr>
        <p:txBody>
          <a:bodyPr/>
          <a:lstStyle/>
          <a:p>
            <a:pPr algn="l"/>
            <a:r>
              <a:rPr lang="en-US" dirty="0"/>
              <a:t>The scatterplot of the relationship between economy (GDP per Capita) and happiness scores in the World Happiness Report 2015 dataset shows a positive correlation, meaning that as economy increases, happiness scores also tend to increase. This suggests that a higher GDP per capita may be associated with higher levels of happiness.</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8</a:t>
            </a:fld>
            <a:endParaRPr lang="en-US" dirty="0"/>
          </a:p>
        </p:txBody>
      </p:sp>
      <p:pic>
        <p:nvPicPr>
          <p:cNvPr id="5" name="Picture 4">
            <a:extLst>
              <a:ext uri="{FF2B5EF4-FFF2-40B4-BE49-F238E27FC236}">
                <a16:creationId xmlns:a16="http://schemas.microsoft.com/office/drawing/2014/main" id="{392194D8-AEE7-B081-FE3F-01DFC4AFC67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6725" y="2248086"/>
            <a:ext cx="5629275" cy="3473450"/>
          </a:xfrm>
          <a:prstGeom prst="rect">
            <a:avLst/>
          </a:prstGeom>
          <a:noFill/>
        </p:spPr>
      </p:pic>
    </p:spTree>
    <p:extLst>
      <p:ext uri="{BB962C8B-B14F-4D97-AF65-F5344CB8AC3E}">
        <p14:creationId xmlns:p14="http://schemas.microsoft.com/office/powerpoint/2010/main" val="1591282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573742" y="523222"/>
            <a:ext cx="9906000" cy="940181"/>
          </a:xfrm>
        </p:spPr>
        <p:txBody>
          <a:bodyPr/>
          <a:lstStyle/>
          <a:p>
            <a:r>
              <a:rPr lang="en-US" dirty="0"/>
              <a:t>Scatterplot of Economy by Health</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493271" y="3071376"/>
            <a:ext cx="5537364" cy="357624"/>
          </a:xfrm>
        </p:spPr>
        <p:txBody>
          <a:bodyPr/>
          <a:lstStyle/>
          <a:p>
            <a:pPr algn="l"/>
            <a:r>
              <a:rPr lang="en-US" dirty="0"/>
              <a:t>The scatterplot of the relationship between health (Life Expectancy) and happiness scores in the World Happiness Report 2015 dataset shows a positive correlation, meaning that as health increases, happiness scores also tend to increase. </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9</a:t>
            </a:fld>
            <a:endParaRPr lang="en-US" dirty="0"/>
          </a:p>
        </p:txBody>
      </p:sp>
      <p:pic>
        <p:nvPicPr>
          <p:cNvPr id="5" name="Picture 4">
            <a:extLst>
              <a:ext uri="{FF2B5EF4-FFF2-40B4-BE49-F238E27FC236}">
                <a16:creationId xmlns:a16="http://schemas.microsoft.com/office/drawing/2014/main" id="{E5DC1AD5-213E-55EC-EE84-456393F155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1365" y="2136289"/>
            <a:ext cx="6223635" cy="3840480"/>
          </a:xfrm>
          <a:prstGeom prst="rect">
            <a:avLst/>
          </a:prstGeom>
          <a:noFill/>
        </p:spPr>
      </p:pic>
    </p:spTree>
    <p:extLst>
      <p:ext uri="{BB962C8B-B14F-4D97-AF65-F5344CB8AC3E}">
        <p14:creationId xmlns:p14="http://schemas.microsoft.com/office/powerpoint/2010/main" val="209429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573742" y="523222"/>
            <a:ext cx="9906000" cy="940181"/>
          </a:xfrm>
        </p:spPr>
        <p:txBody>
          <a:bodyPr/>
          <a:lstStyle/>
          <a:p>
            <a:r>
              <a:rPr lang="en-US" dirty="0"/>
              <a:t>Line Plot of Happiness Score by Trust</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493271" y="3071376"/>
            <a:ext cx="5537364" cy="357624"/>
          </a:xfrm>
        </p:spPr>
        <p:txBody>
          <a:bodyPr/>
          <a:lstStyle/>
          <a:p>
            <a:pPr algn="l"/>
            <a:r>
              <a:rPr lang="en-US" dirty="0"/>
              <a:t>A line plot of the relationship between trust (Government Corruption) and happiness scores in the World Happiness Report 2015 dataset shows a positive correlation, meaning that as trust increases, happiness scores also tend to increase</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10</a:t>
            </a:fld>
            <a:endParaRPr lang="en-US" dirty="0"/>
          </a:p>
        </p:txBody>
      </p:sp>
      <p:pic>
        <p:nvPicPr>
          <p:cNvPr id="5" name="Picture 4">
            <a:extLst>
              <a:ext uri="{FF2B5EF4-FFF2-40B4-BE49-F238E27FC236}">
                <a16:creationId xmlns:a16="http://schemas.microsoft.com/office/drawing/2014/main" id="{8E946F23-F654-6F4D-1DE5-4C8B6D1598C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9263" y="2080410"/>
            <a:ext cx="5911215" cy="3647440"/>
          </a:xfrm>
          <a:prstGeom prst="rect">
            <a:avLst/>
          </a:prstGeom>
          <a:noFill/>
        </p:spPr>
      </p:pic>
    </p:spTree>
    <p:extLst>
      <p:ext uri="{BB962C8B-B14F-4D97-AF65-F5344CB8AC3E}">
        <p14:creationId xmlns:p14="http://schemas.microsoft.com/office/powerpoint/2010/main" val="2555599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573742" y="523222"/>
            <a:ext cx="9906000" cy="940181"/>
          </a:xfrm>
        </p:spPr>
        <p:txBody>
          <a:bodyPr/>
          <a:lstStyle/>
          <a:p>
            <a:r>
              <a:rPr lang="en-US" dirty="0"/>
              <a:t>Boxplot of Happiness Score by Region and Family in 2015</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493271" y="3071376"/>
            <a:ext cx="5537364" cy="357624"/>
          </a:xfrm>
        </p:spPr>
        <p:txBody>
          <a:bodyPr/>
          <a:lstStyle/>
          <a:p>
            <a:pPr algn="l"/>
            <a:r>
              <a:rPr lang="en-US" dirty="0"/>
              <a:t>A box plot of the relationship between Family and happiness scores grouped by Region in the World Happiness Report 2015 dataset shows that there is a slight positive correlation between Family and happiness scores. The box plots show that in most regions, the median happiness score increases as the family score increases. </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11</a:t>
            </a:fld>
            <a:endParaRPr lang="en-US" dirty="0"/>
          </a:p>
        </p:txBody>
      </p:sp>
      <p:pic>
        <p:nvPicPr>
          <p:cNvPr id="6" name="Picture 5">
            <a:extLst>
              <a:ext uri="{FF2B5EF4-FFF2-40B4-BE49-F238E27FC236}">
                <a16:creationId xmlns:a16="http://schemas.microsoft.com/office/drawing/2014/main" id="{06238757-64C0-82FA-8463-70F6AD8FE2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786" y="2182905"/>
            <a:ext cx="6420485" cy="3962400"/>
          </a:xfrm>
          <a:prstGeom prst="rect">
            <a:avLst/>
          </a:prstGeom>
          <a:noFill/>
        </p:spPr>
      </p:pic>
    </p:spTree>
    <p:extLst>
      <p:ext uri="{BB962C8B-B14F-4D97-AF65-F5344CB8AC3E}">
        <p14:creationId xmlns:p14="http://schemas.microsoft.com/office/powerpoint/2010/main" val="2892647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672354" y="743021"/>
            <a:ext cx="9906000" cy="940181"/>
          </a:xfrm>
        </p:spPr>
        <p:txBody>
          <a:bodyPr/>
          <a:lstStyle/>
          <a:p>
            <a:pPr algn="l"/>
            <a:r>
              <a:rPr lang="en-US" dirty="0"/>
              <a:t>Parallel Coordinate Plot of all variables in World Happiness Report</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564988" y="2264553"/>
            <a:ext cx="5537364" cy="357624"/>
          </a:xfrm>
        </p:spPr>
        <p:txBody>
          <a:bodyPr/>
          <a:lstStyle/>
          <a:p>
            <a:pPr algn="l"/>
            <a:r>
              <a:rPr lang="en-US" dirty="0"/>
              <a:t>The plot revealed that the countries with higher happiness scores tend to have higher values for most of the predictor variables. This was particularly noticeable for economy (GDP per Capita) and family. This observation aligns with the understanding that countries with higher GDP per capita and higher social support tend to have happier citizens. Additionally, variations in the values of the predictor variables across countries were observed, indicating that there are other factors besides those included in the dataset that are influencing the happiness score.</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12</a:t>
            </a:fld>
            <a:endParaRPr lang="en-US" dirty="0"/>
          </a:p>
        </p:txBody>
      </p:sp>
      <p:pic>
        <p:nvPicPr>
          <p:cNvPr id="6" name="Picture 5">
            <a:extLst>
              <a:ext uri="{FF2B5EF4-FFF2-40B4-BE49-F238E27FC236}">
                <a16:creationId xmlns:a16="http://schemas.microsoft.com/office/drawing/2014/main" id="{5E159127-ADA6-9F71-817D-2148965E97C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191" y="2145927"/>
            <a:ext cx="6482080" cy="4000500"/>
          </a:xfrm>
          <a:prstGeom prst="rect">
            <a:avLst/>
          </a:prstGeom>
          <a:noFill/>
        </p:spPr>
      </p:pic>
    </p:spTree>
    <p:extLst>
      <p:ext uri="{BB962C8B-B14F-4D97-AF65-F5344CB8AC3E}">
        <p14:creationId xmlns:p14="http://schemas.microsoft.com/office/powerpoint/2010/main" val="2412356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573742" y="523222"/>
            <a:ext cx="9906000" cy="940181"/>
          </a:xfrm>
        </p:spPr>
        <p:txBody>
          <a:bodyPr/>
          <a:lstStyle/>
          <a:p>
            <a:r>
              <a:rPr lang="en-US" dirty="0"/>
              <a:t>Heatmap </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493271" y="3071376"/>
            <a:ext cx="5537364" cy="357624"/>
          </a:xfrm>
        </p:spPr>
        <p:txBody>
          <a:bodyPr/>
          <a:lstStyle/>
          <a:p>
            <a:pPr algn="l"/>
            <a:r>
              <a:rPr lang="en-US" dirty="0"/>
              <a:t>From the heatmap, it would be possible to see which variables are strongly correlated with the happiness score, and which variables are not. For example, a strong correlation between happiness score and variables such as economy (GDP per Capita), family, health (Life Expectancy), freedom, trust (Government Corruption), and generosity would be visible by observing cells with darker color</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13</a:t>
            </a:fld>
            <a:endParaRPr lang="en-US" dirty="0"/>
          </a:p>
        </p:txBody>
      </p:sp>
      <p:pic>
        <p:nvPicPr>
          <p:cNvPr id="6" name="Picture 5">
            <a:extLst>
              <a:ext uri="{FF2B5EF4-FFF2-40B4-BE49-F238E27FC236}">
                <a16:creationId xmlns:a16="http://schemas.microsoft.com/office/drawing/2014/main" id="{473C5C7D-9395-57B7-4FD1-451944E6707B}"/>
              </a:ext>
            </a:extLst>
          </p:cNvPr>
          <p:cNvPicPr>
            <a:picLocks noChangeAspect="1"/>
          </p:cNvPicPr>
          <p:nvPr/>
        </p:nvPicPr>
        <p:blipFill rotWithShape="1">
          <a:blip r:embed="rId3">
            <a:extLst>
              <a:ext uri="{28A0092B-C50C-407E-A947-70E740481C1C}">
                <a14:useLocalDpi xmlns:a14="http://schemas.microsoft.com/office/drawing/2010/main" val="0"/>
              </a:ext>
            </a:extLst>
          </a:blip>
          <a:srcRect l="19984" t="24530"/>
          <a:stretch/>
        </p:blipFill>
        <p:spPr bwMode="auto">
          <a:xfrm>
            <a:off x="1131495" y="2080596"/>
            <a:ext cx="5034280" cy="292989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6393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573742" y="523222"/>
            <a:ext cx="9906000" cy="940181"/>
          </a:xfrm>
        </p:spPr>
        <p:txBody>
          <a:bodyPr/>
          <a:lstStyle/>
          <a:p>
            <a:r>
              <a:rPr lang="en-US" dirty="0"/>
              <a:t>3D Scatter Plot of Happiness Score by Economy and Family</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493271" y="3071376"/>
            <a:ext cx="5537364" cy="357624"/>
          </a:xfrm>
        </p:spPr>
        <p:txBody>
          <a:bodyPr/>
          <a:lstStyle/>
          <a:p>
            <a:pPr algn="l"/>
            <a:r>
              <a:rPr lang="en-US" dirty="0"/>
              <a:t>A 3D scatter plot of the relationship between Happiness Score, Economy (GDP per Capita) and Family in the World Happiness Report 2015 dataset would provide a clear visualization of how these three variables are related to each other. The plot would show that as economy and family increase, happiness score also tends to increase.</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14</a:t>
            </a:fld>
            <a:endParaRPr lang="en-US" dirty="0"/>
          </a:p>
        </p:txBody>
      </p:sp>
      <p:pic>
        <p:nvPicPr>
          <p:cNvPr id="5" name="Picture 4">
            <a:extLst>
              <a:ext uri="{FF2B5EF4-FFF2-40B4-BE49-F238E27FC236}">
                <a16:creationId xmlns:a16="http://schemas.microsoft.com/office/drawing/2014/main" id="{A61D1E20-F20C-33F1-6A21-731FBB7B797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8696" y="1951616"/>
            <a:ext cx="6124575" cy="3779520"/>
          </a:xfrm>
          <a:prstGeom prst="rect">
            <a:avLst/>
          </a:prstGeom>
          <a:noFill/>
        </p:spPr>
      </p:pic>
    </p:spTree>
    <p:extLst>
      <p:ext uri="{BB962C8B-B14F-4D97-AF65-F5344CB8AC3E}">
        <p14:creationId xmlns:p14="http://schemas.microsoft.com/office/powerpoint/2010/main" val="4016938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6856132" y="523222"/>
            <a:ext cx="3623609" cy="940181"/>
          </a:xfrm>
        </p:spPr>
        <p:txBody>
          <a:bodyPr/>
          <a:lstStyle/>
          <a:p>
            <a:r>
              <a:rPr lang="en-US" dirty="0"/>
              <a:t>CONCLUSION</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206400" y="1730188"/>
            <a:ext cx="5985600" cy="357624"/>
          </a:xfrm>
        </p:spPr>
        <p:txBody>
          <a:bodyPr/>
          <a:lstStyle/>
          <a:p>
            <a:pPr algn="l"/>
            <a:r>
              <a:rPr lang="en-US" dirty="0"/>
              <a:t>The World Happiness Report 2015 dataset provides valuable information on the factors that contribute to happiness scores across different countries. Data visualization techniques such as scatterplots, box plots, line plots, heatmap and parallel coordinate plot, and 3D scatter plot can be used to explore and understand the data. From the visualization it's clear that happiness scores tend to be positively correlated with variables such as economy (GDP per Capita), family, health (Life Expectancy), freedom, trust (Government Corruption), and generosity</a:t>
            </a:r>
          </a:p>
        </p:txBody>
      </p:sp>
      <p:pic>
        <p:nvPicPr>
          <p:cNvPr id="11" name="Picture Placeholder 10" descr="city skyline">
            <a:extLst>
              <a:ext uri="{FF2B5EF4-FFF2-40B4-BE49-F238E27FC236}">
                <a16:creationId xmlns:a16="http://schemas.microsoft.com/office/drawing/2014/main" id="{9D82A855-CCB0-4075-B5EE-5CC6FD176DB4}"/>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0" y="2087812"/>
            <a:ext cx="6206400" cy="4587625"/>
          </a:xfrm>
        </p:spPr>
      </p:pic>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15</a:t>
            </a:fld>
            <a:endParaRPr lang="en-US" dirty="0"/>
          </a:p>
        </p:txBody>
      </p:sp>
    </p:spTree>
    <p:extLst>
      <p:ext uri="{BB962C8B-B14F-4D97-AF65-F5344CB8AC3E}">
        <p14:creationId xmlns:p14="http://schemas.microsoft.com/office/powerpoint/2010/main" val="3950988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9" descr="cityscape">
            <a:extLst>
              <a:ext uri="{FF2B5EF4-FFF2-40B4-BE49-F238E27FC236}">
                <a16:creationId xmlns:a16="http://schemas.microsoft.com/office/drawing/2014/main" id="{63493B9E-F6F8-4C0F-9706-CA547A8B2B3F}"/>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t="39" b="39"/>
          <a:stretch>
            <a:fillRect/>
          </a:stretch>
        </p:blipFill>
        <p:spPr/>
      </p:pic>
      <p:sp>
        <p:nvSpPr>
          <p:cNvPr id="6" name="Title 5">
            <a:extLst>
              <a:ext uri="{FF2B5EF4-FFF2-40B4-BE49-F238E27FC236}">
                <a16:creationId xmlns:a16="http://schemas.microsoft.com/office/drawing/2014/main" id="{95D612B9-68B9-4C9F-98FE-CEE07DB1F00D}"/>
              </a:ext>
            </a:extLst>
          </p:cNvPr>
          <p:cNvSpPr>
            <a:spLocks noGrp="1"/>
          </p:cNvSpPr>
          <p:nvPr>
            <p:ph type="title"/>
          </p:nvPr>
        </p:nvSpPr>
        <p:spPr>
          <a:xfrm>
            <a:off x="6469777" y="3158641"/>
            <a:ext cx="5722223" cy="921807"/>
          </a:xfrm>
        </p:spPr>
        <p:txBody>
          <a:bodyPr/>
          <a:lstStyle/>
          <a:p>
            <a:r>
              <a:rPr lang="en-US" dirty="0"/>
              <a:t>Thank you!</a:t>
            </a:r>
          </a:p>
        </p:txBody>
      </p:sp>
      <p:sp>
        <p:nvSpPr>
          <p:cNvPr id="2" name="Rectangle 1">
            <a:extLst>
              <a:ext uri="{FF2B5EF4-FFF2-40B4-BE49-F238E27FC236}">
                <a16:creationId xmlns:a16="http://schemas.microsoft.com/office/drawing/2014/main" id="{3E467B83-20B9-5717-4F8B-247E443125E6}"/>
              </a:ext>
            </a:extLst>
          </p:cNvPr>
          <p:cNvSpPr/>
          <p:nvPr/>
        </p:nvSpPr>
        <p:spPr>
          <a:xfrm>
            <a:off x="6175529" y="4400643"/>
            <a:ext cx="1846729" cy="1085757"/>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Rectangle 2">
            <a:extLst>
              <a:ext uri="{FF2B5EF4-FFF2-40B4-BE49-F238E27FC236}">
                <a16:creationId xmlns:a16="http://schemas.microsoft.com/office/drawing/2014/main" id="{B88359CE-2476-3D0D-EAE1-F780B363851E}"/>
              </a:ext>
            </a:extLst>
          </p:cNvPr>
          <p:cNvSpPr/>
          <p:nvPr/>
        </p:nvSpPr>
        <p:spPr>
          <a:xfrm>
            <a:off x="9995647" y="384455"/>
            <a:ext cx="1846729" cy="753035"/>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124779538"/>
      </p:ext>
    </p:extLst>
  </p:cSld>
  <p:clrMapOvr>
    <a:masterClrMapping/>
  </p:clrMapOvr>
</p:sld>
</file>

<file path=ppt/theme/theme1.xml><?xml version="1.0" encoding="utf-8"?>
<a:theme xmlns:a="http://schemas.openxmlformats.org/drawingml/2006/main" name="Office Theme">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ontoso v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4076243_Blue spheres presentation_RVA_v5" id="{E4C0B511-76E7-4C07-AFEA-8FEA0A5A8C84}" vid="{3A463146-28EF-4F73-B63C-03710F66E2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Blue spheres presentation</Template>
  <TotalTime>0</TotalTime>
  <Words>1190</Words>
  <Application>Microsoft Office PowerPoint</Application>
  <PresentationFormat>Widescreen</PresentationFormat>
  <Paragraphs>80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Corbel</vt:lpstr>
      <vt:lpstr>Office Theme</vt:lpstr>
      <vt:lpstr>Data Visualization</vt:lpstr>
      <vt:lpstr>ABSTRACTION</vt:lpstr>
      <vt:lpstr>DATA</vt:lpstr>
      <vt:lpstr>Histogram of the Happiness Scores</vt:lpstr>
      <vt:lpstr>Density plot of the Happiness Scores</vt:lpstr>
      <vt:lpstr>Bar plot of Top 10 Happiest Countries in 2015</vt:lpstr>
      <vt:lpstr>Bar plot of Happiness top country in each region in 2015</vt:lpstr>
      <vt:lpstr>Scatterplot of Economy vs Happiness Score in 2015</vt:lpstr>
      <vt:lpstr>Scatterplot of Economy by Health</vt:lpstr>
      <vt:lpstr>Line Plot of Happiness Score by Trust</vt:lpstr>
      <vt:lpstr>Boxplot of Happiness Score by Region and Family in 2015</vt:lpstr>
      <vt:lpstr>Parallel Coordinate Plot of all variables in World Happiness Report</vt:lpstr>
      <vt:lpstr>Heatmap </vt:lpstr>
      <vt:lpstr>3D Scatter Plot of Happiness Score by Economy and Family</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2023-09-08T07:22:29Z</dcterms:created>
  <dcterms:modified xsi:type="dcterms:W3CDTF">2023-09-08T07:22:32Z</dcterms:modified>
</cp:coreProperties>
</file>